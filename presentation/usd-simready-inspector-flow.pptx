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General Inspection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From USD asset to CSV review artifacts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15600" cy="475488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USD Asset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71616" y="1709928"/>
            <a:ext cx="0" cy="2468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2960" y="2002536"/>
            <a:ext cx="10515600" cy="475488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usd_inspector.py → detailed report JSON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71616" y="2478024"/>
            <a:ext cx="0" cy="2468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22960" y="2770632"/>
            <a:ext cx="10515600" cy="475488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knowledge_candidate.py → knowledge_candidate.json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71616" y="3246120"/>
            <a:ext cx="0" cy="2468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" y="3538728"/>
            <a:ext cx="10515600" cy="475488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reports_to_csv.py → asset_summary / component_map / candidate_review CSV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71616" y="4014216"/>
            <a:ext cx="0" cy="2468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22960" y="4306824"/>
            <a:ext cx="10515600" cy="475488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seed_taxonomy_from_csv.py → enriched taxonomy and group samples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71616" y="4782312"/>
            <a:ext cx="0" cy="2468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22960" y="5074920"/>
            <a:ext cx="10515600" cy="475488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build_group_reference_stats.py → group_reference_stats.json / csv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33333"/>
                </a:solidFill>
              </a:defRPr>
            </a:pPr>
            <a:r>
              <a:t>Static Furniture SimReady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Reference library + recommendation + authoring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515600" cy="50292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Furniture USD library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71616" y="1737360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2960" y="2057400"/>
            <a:ext cx="10515600" cy="50292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extract_static_furniture_reference.py → reference JSON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71616" y="2560320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22960" y="2880360"/>
            <a:ext cx="10515600" cy="50292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New USD asset + recommend_static_furniture_simready.py → recommendation JSON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71616" y="3383280"/>
            <a:ext cx="0" cy="274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" y="3703320"/>
            <a:ext cx="10515600" cy="50292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apply_static_furniture_simready.py → authored USD / USDA (colliders, deps)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