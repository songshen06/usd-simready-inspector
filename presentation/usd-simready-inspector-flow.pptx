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01" y="177701"/>
            <a:ext cx="880892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Inspection Pipeline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253901" y="552301"/>
            <a:ext cx="88089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USD asset to CSV review artifacts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53901" y="850702"/>
            <a:ext cx="8636198" cy="317153"/>
          </a:xfrm>
          <a:prstGeom prst="roundRect">
            <a:avLst>
              <a:gd name="adj" fmla="val 32035"/>
            </a:avLst>
          </a:prstGeom>
          <a:solidFill>
            <a:srgbClr val="F5F5F5"/>
          </a:solidFill>
          <a:ln w="19050">
            <a:solidFill>
              <a:srgbClr val="76B9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99901" y="933152"/>
            <a:ext cx="8511082" cy="15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Asset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67539" y="1218605"/>
            <a:ext cx="88089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53901" y="1421755"/>
            <a:ext cx="8636198" cy="317153"/>
          </a:xfrm>
          <a:prstGeom prst="roundRect">
            <a:avLst>
              <a:gd name="adj" fmla="val 32035"/>
            </a:avLst>
          </a:prstGeom>
          <a:solidFill>
            <a:srgbClr val="F5F5F5"/>
          </a:solidFill>
          <a:ln w="19050">
            <a:solidFill>
              <a:srgbClr val="76B9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99901" y="1504206"/>
            <a:ext cx="8511082" cy="15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usd_inspector.py</a:t>
            </a:r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detailed report JSON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67539" y="1789658"/>
            <a:ext cx="88089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3901" y="1992809"/>
            <a:ext cx="8636198" cy="317153"/>
          </a:xfrm>
          <a:prstGeom prst="roundRect">
            <a:avLst>
              <a:gd name="adj" fmla="val 32035"/>
            </a:avLst>
          </a:prstGeom>
          <a:solidFill>
            <a:srgbClr val="F5F5F5"/>
          </a:solidFill>
          <a:ln w="19050">
            <a:solidFill>
              <a:srgbClr val="76B9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99901" y="2075259"/>
            <a:ext cx="8511082" cy="15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knowledge_candidate.py</a:t>
            </a:r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knowledge_candidate.json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7539" y="2360712"/>
            <a:ext cx="88089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53901" y="2563862"/>
            <a:ext cx="8636198" cy="317153"/>
          </a:xfrm>
          <a:prstGeom prst="roundRect">
            <a:avLst>
              <a:gd name="adj" fmla="val 32035"/>
            </a:avLst>
          </a:prstGeom>
          <a:solidFill>
            <a:srgbClr val="F5F5F5"/>
          </a:solidFill>
          <a:ln w="19050">
            <a:solidFill>
              <a:srgbClr val="76B9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99901" y="2646313"/>
            <a:ext cx="8511082" cy="15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reports_to_csv.py</a:t>
            </a:r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asset_summary / component_map / candidate_review CSV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67539" y="2931765"/>
            <a:ext cx="88089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3901" y="3134916"/>
            <a:ext cx="8636198" cy="317153"/>
          </a:xfrm>
          <a:prstGeom prst="roundRect">
            <a:avLst>
              <a:gd name="adj" fmla="val 32035"/>
            </a:avLst>
          </a:prstGeom>
          <a:solidFill>
            <a:srgbClr val="F5F5F5"/>
          </a:solidFill>
          <a:ln w="19050">
            <a:solidFill>
              <a:srgbClr val="76B9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99901" y="3217366"/>
            <a:ext cx="8511082" cy="15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seed_taxonomy_from_csv.py</a:t>
            </a:r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enriched taxonomy &amp; group samples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67539" y="3502819"/>
            <a:ext cx="88089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53901" y="3705969"/>
            <a:ext cx="8636198" cy="317153"/>
          </a:xfrm>
          <a:prstGeom prst="roundRect">
            <a:avLst>
              <a:gd name="adj" fmla="val 32035"/>
            </a:avLst>
          </a:prstGeom>
          <a:solidFill>
            <a:srgbClr val="F5F5F5"/>
          </a:solidFill>
          <a:ln w="19050">
            <a:solidFill>
              <a:srgbClr val="76B9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99901" y="3788420"/>
            <a:ext cx="8511082" cy="15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build_group_reference_stats.py</a:t>
            </a:r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group_reference_stats.json / csv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01" y="177701"/>
            <a:ext cx="880892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Furniture SimReady Pipeline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253901" y="533251"/>
            <a:ext cx="88089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library + recommendation + authoring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53901" y="882402"/>
            <a:ext cx="8636198" cy="466576"/>
          </a:xfrm>
          <a:prstGeom prst="roundRect">
            <a:avLst>
              <a:gd name="adj" fmla="val 21776"/>
            </a:avLst>
          </a:prstGeom>
          <a:solidFill>
            <a:srgbClr val="F5F5F5"/>
          </a:solidFill>
          <a:ln w="19050">
            <a:solidFill>
              <a:srgbClr val="76B9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0652" y="1028402"/>
            <a:ext cx="8407551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Furniture USD library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67539" y="1450479"/>
            <a:ext cx="88089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3901" y="1752005"/>
            <a:ext cx="8636198" cy="466576"/>
          </a:xfrm>
          <a:prstGeom prst="roundRect">
            <a:avLst>
              <a:gd name="adj" fmla="val 21776"/>
            </a:avLst>
          </a:prstGeom>
          <a:solidFill>
            <a:srgbClr val="F5F5F5"/>
          </a:solidFill>
          <a:ln w="19050">
            <a:solidFill>
              <a:srgbClr val="76B9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0652" y="1898005"/>
            <a:ext cx="8407551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extract_static_furniture_reference.py</a:t>
            </a:r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reference JSON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67539" y="2320082"/>
            <a:ext cx="88089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3901" y="2621607"/>
            <a:ext cx="8636198" cy="466576"/>
          </a:xfrm>
          <a:prstGeom prst="roundRect">
            <a:avLst>
              <a:gd name="adj" fmla="val 21776"/>
            </a:avLst>
          </a:prstGeom>
          <a:solidFill>
            <a:srgbClr val="F5F5F5"/>
          </a:solidFill>
          <a:ln w="19050">
            <a:solidFill>
              <a:srgbClr val="76B9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50652" y="2767608"/>
            <a:ext cx="8407551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recommend_static_furniture_simready.py</a:t>
            </a:r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(with reference + new USD) → recommendation JSON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7539" y="3189684"/>
            <a:ext cx="88089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3901" y="3491210"/>
            <a:ext cx="8636198" cy="466576"/>
          </a:xfrm>
          <a:prstGeom prst="roundRect">
            <a:avLst>
              <a:gd name="adj" fmla="val 21776"/>
            </a:avLst>
          </a:prstGeom>
          <a:solidFill>
            <a:srgbClr val="F5F5F5"/>
          </a:solidFill>
          <a:ln w="19050">
            <a:solidFill>
              <a:srgbClr val="76B9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0652" y="3637211"/>
            <a:ext cx="8407551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apply_static_furniture_simready.py</a:t>
            </a:r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authored USD / USDA (colliders, relative deps)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USD SimReady Inspector — Flow</dc:title>
  <dc:subject>PptxGenJS Presentation</dc:subject>
  <dc:creator>usd-simready-inspector</dc:creator>
  <cp:lastModifiedBy>usd-simready-inspector</cp:lastModifiedBy>
  <cp:revision>1</cp:revision>
  <dcterms:created xsi:type="dcterms:W3CDTF">2026-05-11T04:35:17Z</dcterms:created>
  <dcterms:modified xsi:type="dcterms:W3CDTF">2026-05-11T04:35:17Z</dcterms:modified>
</cp:coreProperties>
</file>