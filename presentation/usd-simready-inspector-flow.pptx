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880892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Inspection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53901" y="552301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USD asset to CSV review artifacts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3901" y="850702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933152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Asset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7539" y="1218605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1421755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9901" y="1504206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usd_inspector.py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detailed report 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7539" y="1789658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901" y="1992809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9901" y="2075259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knowledge_candidate.py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knowledge_candidate.json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7539" y="2360712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901" y="2563862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9901" y="2646313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reports_to_csv.py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asset_summary / component_map / candidate_review 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7539" y="2931765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901" y="3134916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9901" y="3217366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seed_taxonomy_from_csv.py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enriched taxonomy &amp; group samples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7539" y="3502819"/>
            <a:ext cx="8808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3901" y="3705969"/>
            <a:ext cx="8636198" cy="317153"/>
          </a:xfrm>
          <a:prstGeom prst="roundRect">
            <a:avLst>
              <a:gd name="adj" fmla="val 32035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9901" y="3788420"/>
            <a:ext cx="851108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build_group_reference_stats.py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group_reference_stats.json / csv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77701"/>
            <a:ext cx="88089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Furniture SimReady Pipeline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53901" y="533251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library + recommendation + authoring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3901" y="882402"/>
            <a:ext cx="8636198" cy="466576"/>
          </a:xfrm>
          <a:prstGeom prst="roundRect">
            <a:avLst>
              <a:gd name="adj" fmla="val 21776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0652" y="1028402"/>
            <a:ext cx="8407551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USD library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7539" y="1450479"/>
            <a:ext cx="8808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901" y="1752005"/>
            <a:ext cx="8636198" cy="466576"/>
          </a:xfrm>
          <a:prstGeom prst="roundRect">
            <a:avLst>
              <a:gd name="adj" fmla="val 21776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652" y="1898005"/>
            <a:ext cx="8407551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extract_static_furniture_reference.py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reference 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7539" y="2320082"/>
            <a:ext cx="8808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901" y="2621607"/>
            <a:ext cx="8636198" cy="466576"/>
          </a:xfrm>
          <a:prstGeom prst="roundRect">
            <a:avLst>
              <a:gd name="adj" fmla="val 21776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0652" y="2767608"/>
            <a:ext cx="8407551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recommend_static_furniture_simready.py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(with reference + new USD) → recommendation 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7539" y="3189684"/>
            <a:ext cx="8808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901" y="3491210"/>
            <a:ext cx="8636198" cy="466576"/>
          </a:xfrm>
          <a:prstGeom prst="roundRect">
            <a:avLst>
              <a:gd name="adj" fmla="val 21776"/>
            </a:avLst>
          </a:prstGeom>
          <a:solidFill>
            <a:srgbClr val="F5F5F5"/>
          </a:solidFill>
          <a:ln w="19050">
            <a:solidFill>
              <a:srgbClr val="76B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652" y="3637211"/>
            <a:ext cx="8407551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apply_static_furniture_simready.py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authored USD / USDA (colliders, relative deps)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 SimReady Inspector — Flow</dc:title>
  <dc:subject>PptxGenJS Presentation</dc:subject>
  <dc:creator>usd-simready-inspector</dc:creator>
  <cp:lastModifiedBy>usd-simready-inspector</cp:lastModifiedBy>
  <cp:revision>1</cp:revision>
  <dcterms:created xsi:type="dcterms:W3CDTF">2026-05-11T04:13:06Z</dcterms:created>
  <dcterms:modified xsi:type="dcterms:W3CDTF">2026-05-11T04:13:06Z</dcterms:modified>
</cp:coreProperties>
</file>