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6.xml" ContentType="application/vnd.openxmlformats-officedocument.drawingml.chart+xml"/>
  <Override PartName="/ppt/charts/colors6.xml" ContentType="application/vnd.ms-office.chartcolorstyle+xml"/>
  <Override PartName="/ppt/charts/style6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8" r:id="rId4"/>
    <p:sldId id="260" r:id="rId6"/>
    <p:sldId id="265" r:id="rId14"/>
    <p:sldId id="267" r:id="rId15"/>
    <p:sldId id="261" r:id="rId7"/>
    <p:sldId id="306" r:id="rId24"/>
    <p:sldId id="259" r:id="rId59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nt Verification / Writing Guide" id="{C06EF5EA-7F53-4771-854A-5DC833C71ECB}">
          <p14:sldIdLst>
            <p14:sldId id="317"/>
            <p14:sldId id="269"/>
          </p14:sldIdLst>
        </p14:section>
        <p14:section name="Section Dividers" id="{18A47A05-AF35-4309-A401-C5BCBAC389FA}">
          <p14:sldIdLst>
            <p14:sldId id="258"/>
            <p14:sldId id="299"/>
            <p14:sldId id="260"/>
            <p14:sldId id="261"/>
            <p14:sldId id="262"/>
            <p14:sldId id="277"/>
          </p14:sldIdLst>
        </p14:section>
        <p14:section name="Text Layouts" id="{C09D9F83-9A71-4CDB-998F-0FF3EA5A690D}">
          <p14:sldIdLst>
            <p14:sldId id="320"/>
            <p14:sldId id="268"/>
            <p14:sldId id="272"/>
            <p14:sldId id="337"/>
            <p14:sldId id="265"/>
            <p14:sldId id="267"/>
            <p14:sldId id="266"/>
            <p14:sldId id="278"/>
          </p14:sldIdLst>
        </p14:section>
        <p14:section name="Stacks / Charts / Tables / Stats" id="{5C53A25F-666D-46F5-B4CC-B0C43E7E8C77}">
          <p14:sldIdLst>
            <p14:sldId id="319"/>
            <p14:sldId id="279"/>
            <p14:sldId id="302"/>
            <p14:sldId id="303"/>
            <p14:sldId id="304"/>
            <p14:sldId id="305"/>
            <p14:sldId id="306"/>
            <p14:sldId id="307"/>
            <p14:sldId id="308"/>
            <p14:sldId id="316"/>
            <p14:sldId id="338"/>
            <p14:sldId id="310"/>
            <p14:sldId id="311"/>
            <p14:sldId id="300"/>
          </p14:sldIdLst>
        </p14:section>
        <p14:section name="Image Layouts" id="{D01D069D-F49B-4210-A358-71288B5C84C0}">
          <p14:sldIdLst>
            <p14:sldId id="280"/>
            <p14:sldId id="281"/>
            <p14:sldId id="282"/>
            <p14:sldId id="318"/>
            <p14:sldId id="283"/>
            <p14:sldId id="284"/>
            <p14:sldId id="285"/>
            <p14:sldId id="286"/>
            <p14:sldId id="287"/>
            <p14:sldId id="288"/>
            <p14:sldId id="289"/>
            <p14:sldId id="298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Demos" id="{CBA3C869-0733-4B1F-867D-25617B66C2B3}">
          <p14:sldIdLst>
            <p14:sldId id="314"/>
            <p14:sldId id="339"/>
            <p14:sldId id="315"/>
          </p14:sldIdLst>
        </p14:section>
        <p14:section name="Timelines / Maps" id="{A876EF02-F329-4AF6-B68D-3EEC251F32ED}">
          <p14:sldIdLst>
            <p14:sldId id="273"/>
            <p14:sldId id="274"/>
            <p14:sldId id="275"/>
            <p14:sldId id="312"/>
            <p14:sldId id="313"/>
          </p14:sldIdLst>
        </p14:section>
        <p14:section name="Close" id="{A1B6F5CD-3046-4283-A85E-22A0D237C19B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>
        <p15:guide id="1" userDrawn="1">
          <p15:clr>
            <a:srgbClr val="E89EFF"/>
          </p15:clr>
        </p15:guide>
        <p15:guide id="2" pos="23040" userDrawn="1">
          <p15:clr>
            <a:srgbClr val="E89EFF"/>
          </p15:clr>
        </p15:guide>
        <p15:guide id="3" pos="576" userDrawn="1">
          <p15:clr>
            <a:srgbClr val="E89EFF"/>
          </p15:clr>
        </p15:guide>
        <p15:guide id="4" pos="22464" userDrawn="1">
          <p15:clr>
            <a:srgbClr val="E89EFF"/>
          </p15:clr>
        </p15:guide>
        <p15:guide id="5" orient="horz" userDrawn="1">
          <p15:clr>
            <a:srgbClr val="E89EFF"/>
          </p15:clr>
        </p15:guide>
        <p15:guide id="6" orient="horz" pos="12960" userDrawn="1">
          <p15:clr>
            <a:srgbClr val="E89EFF"/>
          </p15:clr>
        </p15:guide>
        <p15:guide id="7" orient="horz" pos="576" userDrawn="1">
          <p15:clr>
            <a:srgbClr val="E89EFF"/>
          </p15:clr>
        </p15:guide>
        <p15:guide id="8" orient="horz" pos="12384" userDrawn="1">
          <p15:clr>
            <a:srgbClr val="E89EFF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623" autoAdjust="0"/>
    <p:restoredTop sz="92647" autoAdjust="0"/>
  </p:normalViewPr>
  <p:slideViewPr>
    <p:cSldViewPr snapToGrid="0" showGuides="1">
      <p:cViewPr varScale="1">
        <p:scale>
          <a:sx n="30" d="100"/>
          <a:sy n="30" d="100"/>
        </p:scale>
        <p:origin x="174" y="480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0"/>
    </p:cViewPr>
  </p:sorterViewPr>
  <p:notesViewPr>
    <p:cSldViewPr snapToGrid="0" showGuides="1">
      <p:cViewPr varScale="1">
        <p:scale>
          <a:sx n="115" d="100"/>
          <a:sy n="115" d="100"/>
        </p:scale>
        <p:origin x="4380" y="10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24" Type="http://schemas.openxmlformats.org/officeDocument/2006/relationships/slide" Target="slides/slide23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handoutMaster" Target="handoutMasters/handoutMaster1.xml"/><Relationship Id="rId62" Type="http://schemas.openxmlformats.org/officeDocument/2006/relationships/font" Target="fonts/font1.fntdata"/><Relationship Id="rId63" Type="http://schemas.openxmlformats.org/officeDocument/2006/relationships/font" Target="fonts/font2.fntdata"/><Relationship Id="rId64" Type="http://schemas.openxmlformats.org/officeDocument/2006/relationships/font" Target="fonts/font3.fntdata"/><Relationship Id="rId65" Type="http://schemas.openxmlformats.org/officeDocument/2006/relationships/font" Target="fonts/font4.fntdata"/><Relationship Id="rId66" Type="http://schemas.openxmlformats.org/officeDocument/2006/relationships/font" Target="fonts/font5.fntdata"/><Relationship Id="rId67" Type="http://schemas.openxmlformats.org/officeDocument/2006/relationships/font" Target="fonts/font6.fntdata"/><Relationship Id="rId68" Type="http://schemas.openxmlformats.org/officeDocument/2006/relationships/font" Target="fonts/font7.fntdata"/><Relationship Id="rId69" Type="http://schemas.openxmlformats.org/officeDocument/2006/relationships/font" Target="fonts/font8.fntdata"/><Relationship Id="rId70" Type="http://schemas.openxmlformats.org/officeDocument/2006/relationships/font" Target="fonts/font9.fntdata"/><Relationship Id="rId71" Type="http://schemas.openxmlformats.org/officeDocument/2006/relationships/font" Target="fonts/font10.fntdata"/><Relationship Id="rId72" Type="http://schemas.openxmlformats.org/officeDocument/2006/relationships/font" Target="fonts/font11.fntdata"/><Relationship Id="rId73" Type="http://schemas.openxmlformats.org/officeDocument/2006/relationships/font" Target="fonts/font12.fntdata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microsoft.com/office/2018/10/relationships/authors" Target="authors.xml"/><Relationship Id="rId79" Type="http://schemas.openxmlformats.org/officeDocument/2006/relationships/customXml" Target="../customXml/item1.xml"/><Relationship Id="rId80" Type="http://schemas.openxmlformats.org/officeDocument/2006/relationships/customXml" Target="../customXml/item2.xml"/><Relationship Id="rId81" Type="http://schemas.openxmlformats.org/officeDocument/2006/relationships/customXml" Target="../customXml/item3.xml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726849311427098E-2"/>
          <c:y val="4.025865729268216E-2"/>
          <c:w val="0.88917638972485569"/>
          <c:h val="0.7269863860543972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Commits</c:v>
                </c:pt>
              </c:strCache>
            </c:strRef>
          </c:tx>
          <c:spPr>
            <a:solidFill>
              <a:srgbClr val="76B900"/>
            </a:solidFill>
            <a:ln w="63500" cap="rnd">
              <a:solidFill>
                <a:srgbClr val="76B9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2026-04-15</c:v>
                </c:pt>
                <c:pt idx="1">
                  <c:v>2026-04-17</c:v>
                </c:pt>
                <c:pt idx="2">
                  <c:v>2026-04-28</c:v>
                </c:pt>
                <c:pt idx="3">
                  <c:v>2026-04-29</c:v>
                </c:pt>
                <c:pt idx="4">
                  <c:v>2026-05-09</c:v>
                </c:pt>
                <c:pt idx="5">
                  <c:v>2026-05-11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6</c:v>
                </c:pt>
                <c:pt idx="2">
                  <c:v>7</c:v>
                </c:pt>
                <c:pt idx="3">
                  <c:v>9</c:v>
                </c:pt>
                <c:pt idx="4">
                  <c:v>12</c:v>
                </c:pt>
                <c:pt idx="5">
                  <c:v>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D028-438E-8DA1-85F751B3F3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8380944"/>
        <c:axId val="488380464"/>
      </c:lineChart>
      <c:catAx>
        <c:axId val="4883809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600" b="0" i="0" u="none" strike="noStrike" kern="1200" baseline="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>
                    <a:solidFill>
                      <a:schemeClr val="accent6"/>
                    </a:solidFill>
                  </a:rPr>
                  <a:t>Frames Per Second (FPS)</a:t>
                </a:r>
              </a:p>
            </c:rich>
          </c:tx>
          <c:layout>
            <c:manualLayout>
              <c:xMode val="edge"/>
              <c:yMode val="edge"/>
              <c:x val="0.43250092644227006"/>
              <c:y val="0.8631534724280577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2600" b="0" i="0" u="none" strike="noStrike" kern="1200" baseline="0">
                  <a:solidFill>
                    <a:schemeClr val="accent6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38100" cap="flat" cmpd="sng" algn="ctr">
            <a:solidFill>
              <a:schemeClr val="accent6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8380464"/>
        <c:crosses val="autoZero"/>
        <c:auto val="1"/>
        <c:lblAlgn val="ctr"/>
        <c:lblOffset val="100"/>
        <c:noMultiLvlLbl val="0"/>
      </c:catAx>
      <c:valAx>
        <c:axId val="488380464"/>
        <c:scaling>
          <c:orientation val="minMax"/>
          <c:max val="16.0"/>
          <c:min val="0.0"/>
        </c:scaling>
        <c:delete val="0"/>
        <c:axPos val="l"/>
        <c:majorGridlines>
          <c:spPr>
            <a:ln w="12700" cap="flat" cmpd="sng" algn="ctr">
              <a:solidFill>
                <a:schemeClr val="accent6">
                  <a:alpha val="5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600" b="0" i="0" u="none" strike="noStrike" kern="1200" baseline="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>
                    <a:solidFill>
                      <a:schemeClr val="accent6"/>
                    </a:solidFill>
                  </a:rPr>
                  <a:t>Frames Per Second (FPS)</a:t>
                </a:r>
              </a:p>
            </c:rich>
          </c:tx>
          <c:layout>
            <c:manualLayout>
              <c:xMode val="edge"/>
              <c:yMode val="edge"/>
              <c:x val="3.0317628559156989E-3"/>
              <c:y val="0.1910316674454272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600" b="0" i="0" u="none" strike="noStrike" kern="1200" baseline="0">
                  <a:solidFill>
                    <a:schemeClr val="accent6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8380944"/>
        <c:crosses val="autoZero"/>
        <c:crossBetween val="between"/>
        <c:majorUnit val="2.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6903190653104181"/>
          <c:y val="0.94508993904403515"/>
          <c:w val="0.52765734659788643"/>
          <c:h val="5.49100609559647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600"/>
      </a:pPr>
      <a:endParaRPr lang="en-US"/>
    </a:p>
  </c:txPr>
  <c:externalData r:id="rId3">
    <c:autoUpdate val="0"/>
  </c:externalData>
</c:chartSpac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7.png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7.pn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12793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6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ED41CD6C-F985-BF6A-B16A-1E069AC121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46888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Occupation Placeholder 3">
            <a:extLst>
              <a:ext uri="{FF2B5EF4-FFF2-40B4-BE49-F238E27FC236}">
                <a16:creationId xmlns:a16="http://schemas.microsoft.com/office/drawing/2014/main" id="{6E7133DD-AD70-32D2-727F-8AD9173137C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693639"/>
            <a:ext cx="6400800" cy="1097280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5" name="Name Placeholder 3">
            <a:extLst>
              <a:ext uri="{FF2B5EF4-FFF2-40B4-BE49-F238E27FC236}">
                <a16:creationId xmlns:a16="http://schemas.microsoft.com/office/drawing/2014/main" id="{D8873384-517E-CEA9-422E-A453E25275A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45000"/>
            <a:ext cx="6400800" cy="548640"/>
          </a:xfrm>
        </p:spPr>
        <p:txBody>
          <a:bodyPr anchor="b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65" name="Picture Placeholder 3">
            <a:extLst>
              <a:ext uri="{FF2B5EF4-FFF2-40B4-BE49-F238E27FC236}">
                <a16:creationId xmlns:a16="http://schemas.microsoft.com/office/drawing/2014/main" id="{F0D2B920-68A1-0CA0-C0A2-13AC56C3C92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3" name="Occupation Placeholder 2">
            <a:extLst>
              <a:ext uri="{FF2B5EF4-FFF2-40B4-BE49-F238E27FC236}">
                <a16:creationId xmlns:a16="http://schemas.microsoft.com/office/drawing/2014/main" id="{9B2EDF7C-9BB4-AFFA-5263-F69DF29E19B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693639"/>
            <a:ext cx="6400800" cy="1097280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4" name="Name Placeholder 2">
            <a:extLst>
              <a:ext uri="{FF2B5EF4-FFF2-40B4-BE49-F238E27FC236}">
                <a16:creationId xmlns:a16="http://schemas.microsoft.com/office/drawing/2014/main" id="{88D94481-05A0-9073-226B-969E0A0B4B1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45000"/>
            <a:ext cx="6400800" cy="548640"/>
          </a:xfrm>
        </p:spPr>
        <p:txBody>
          <a:bodyPr anchor="b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64" name="Picture Placeholder 2">
            <a:extLst>
              <a:ext uri="{FF2B5EF4-FFF2-40B4-BE49-F238E27FC236}">
                <a16:creationId xmlns:a16="http://schemas.microsoft.com/office/drawing/2014/main" id="{0317FBB6-94F6-D0BD-45D9-365BC52443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Occupation Placeholder 1">
            <a:extLst>
              <a:ext uri="{FF2B5EF4-FFF2-40B4-BE49-F238E27FC236}">
                <a16:creationId xmlns:a16="http://schemas.microsoft.com/office/drawing/2014/main" id="{EC483CCE-F7AB-8E42-1CF8-A00C76CD2CD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693639"/>
            <a:ext cx="6400800" cy="1097280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3" name="Name Placeholder 1">
            <a:extLst>
              <a:ext uri="{FF2B5EF4-FFF2-40B4-BE49-F238E27FC236}">
                <a16:creationId xmlns:a16="http://schemas.microsoft.com/office/drawing/2014/main" id="{CAAEF093-E754-D1A2-4FBF-768B0E6DFAF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45000"/>
            <a:ext cx="6400800" cy="548640"/>
          </a:xfrm>
        </p:spPr>
        <p:txBody>
          <a:bodyPr anchor="b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63" name="Picture Placeholder 1">
            <a:extLst>
              <a:ext uri="{FF2B5EF4-FFF2-40B4-BE49-F238E27FC236}">
                <a16:creationId xmlns:a16="http://schemas.microsoft.com/office/drawing/2014/main" id="{509BCA80-3804-F312-A647-8EE711314EC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Country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4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Footer (Source) Placeholder">
            <a:extLst>
              <a:ext uri="{FF2B5EF4-FFF2-40B4-BE49-F238E27FC236}">
                <a16:creationId xmlns:a16="http://schemas.microsoft.com/office/drawing/2014/main" id="{8CA99D26-56D3-D0C6-44D7-FA1EEC7366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744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  <p:sp>
        <p:nvSpPr>
          <p:cNvPr id="2" name="Paragraph">
            <a:extLst>
              <a:ext uri="{FF2B5EF4-FFF2-40B4-BE49-F238E27FC236}">
                <a16:creationId xmlns:a16="http://schemas.microsoft.com/office/drawing/2014/main" id="{49776041-5F82-76E8-B454-11A59F18D90D}"/>
              </a:ext>
            </a:extLst>
          </p:cNvPr>
          <p:cNvSpPr txBox="1"/>
          <p:nvPr userDrawn="1"/>
        </p:nvSpPr>
        <p:spPr>
          <a:xfrm>
            <a:off x="18171887" y="4545532"/>
            <a:ext cx="16459200" cy="3927229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76B900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kumimoji="0" lang="en-US" sz="4000" b="0" i="0" u="none" strike="noStrike" kern="1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NVIDIA Sans" panose="020B0503020203020204" pitchFamily="34" charset="0"/>
              </a:rPr>
              <a:t>Ensure NVIDIA Sans is working before proceeding</a:t>
            </a:r>
          </a:p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76B900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kumimoji="0" lang="en-US" sz="4000" b="0" i="0" u="none" strike="noStrike" kern="1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NVIDIA Sans" panose="020B0503020203020204" pitchFamily="34" charset="0"/>
              </a:rPr>
              <a:t>Check if the live text on the left matches the image text on the right</a:t>
            </a:r>
          </a:p>
          <a:p>
            <a:pPr marL="457200" marR="0" lvl="1" indent="-45720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•"/>
              <a:tabLst/>
              <a:defRPr/>
            </a:pPr>
            <a:r>
              <a:rPr lang="en-US" sz="3400" kern="100" baseline="0" noProof="0" dirty="0">
                <a:solidFill>
                  <a:schemeClr val="tx1"/>
                </a:solidFill>
                <a:latin typeface="+mn-lt"/>
                <a:ea typeface="+mn-ea"/>
                <a:cs typeface="NVIDIA Sans" panose="020B0503020203020204" pitchFamily="34" charset="0"/>
              </a:rPr>
              <a:t>If not, refer to the “NVIDIA Corporate PPT Template Starter Guide” </a:t>
            </a:r>
            <a:br>
              <a:rPr lang="en-US" sz="3400" kern="100" baseline="0" noProof="0" dirty="0">
                <a:solidFill>
                  <a:schemeClr val="tx1"/>
                </a:solidFill>
                <a:latin typeface="+mn-lt"/>
                <a:ea typeface="+mn-ea"/>
                <a:cs typeface="NVIDIA Sans" panose="020B0503020203020204" pitchFamily="34" charset="0"/>
              </a:rPr>
            </a:br>
            <a:r>
              <a:rPr lang="en-US" sz="3400" kern="100" baseline="0" noProof="0" dirty="0">
                <a:solidFill>
                  <a:schemeClr val="tx1"/>
                </a:solidFill>
                <a:latin typeface="+mn-lt"/>
                <a:ea typeface="+mn-ea"/>
                <a:cs typeface="NVIDIA Sans" panose="020B0503020203020204" pitchFamily="34" charset="0"/>
              </a:rPr>
              <a:t>for font installation steps</a:t>
            </a:r>
          </a:p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76B900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kumimoji="0" lang="en-US" sz="4000" b="0" i="0" u="none" strike="noStrike" kern="1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NVIDIA Sans" panose="020B0503020203020204" pitchFamily="34" charset="0"/>
              </a:rPr>
              <a:t>All employees must have NVIDIA Sans installed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34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9011975B-FAFC-B87E-6EF2-4C338C8E793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710348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 Placeholder">
            <a:extLst>
              <a:ext uri="{FF2B5EF4-FFF2-40B4-BE49-F238E27FC236}">
                <a16:creationId xmlns:a16="http://schemas.microsoft.com/office/drawing/2014/main" id="{5CEDCC1F-86EC-FBFA-BE98-1A9728A079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29599" y="17981235"/>
            <a:ext cx="201168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">
            <a:extLst>
              <a:ext uri="{FF2B5EF4-FFF2-40B4-BE49-F238E27FC236}">
                <a16:creationId xmlns:a16="http://schemas.microsoft.com/office/drawing/2014/main" id="{41D00130-1DF2-BA9C-DC23-7029FBF1620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29600" y="17396460"/>
            <a:ext cx="201168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077D08DE-A296-6B3D-66F4-B3B88E42B6AD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8229600" y="5806440"/>
            <a:ext cx="20116800" cy="113157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  <a:p>
            <a:pPr lvl="0" algn="ctr">
              <a:buNone/>
            </a:pPr>
            <a:endParaRPr lang="en-US" dirty="0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8E594A6D-16D6-B0DA-3FFE-81E5D1E32D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552662" y="17876520"/>
            <a:ext cx="15194538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">
            <a:extLst>
              <a:ext uri="{FF2B5EF4-FFF2-40B4-BE49-F238E27FC236}">
                <a16:creationId xmlns:a16="http://schemas.microsoft.com/office/drawing/2014/main" id="{3F342A08-A6BB-C4D1-F09D-E3F1266D99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552663" y="17291745"/>
            <a:ext cx="15194538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C480B95B-020B-F22F-2B19-BD9E4624B3B2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9552661" y="1828800"/>
            <a:ext cx="15194539" cy="1519454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C5FA18F5-7CD1-451D-72A0-A3A9D38AD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552659" y="17877270"/>
            <a:ext cx="151945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" name="Image Text Placeholder">
            <a:extLst>
              <a:ext uri="{FF2B5EF4-FFF2-40B4-BE49-F238E27FC236}">
                <a16:creationId xmlns:a16="http://schemas.microsoft.com/office/drawing/2014/main" id="{AABB28A8-3CB4-1AD5-B22B-7DFD108B54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552660" y="17292495"/>
            <a:ext cx="151945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FF2B77B8-070C-D205-336E-064F93A5AE91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9552660" y="1828800"/>
            <a:ext cx="15194540" cy="151945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626328" y="16572488"/>
            <a:ext cx="16120872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8626328" y="15987713"/>
            <a:ext cx="16120872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8626328" y="6583680"/>
            <a:ext cx="16120872" cy="906799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6510766"/>
            <a:ext cx="16120872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5925991"/>
            <a:ext cx="16120872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583680"/>
            <a:ext cx="16120872" cy="906799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626328" y="17866935"/>
            <a:ext cx="112014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8626328" y="17282160"/>
            <a:ext cx="112014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98670C05-610B-5AE7-B8EF-CEFA8230E3B7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8626328" y="5806440"/>
            <a:ext cx="11201400" cy="1120140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48272" y="17866935"/>
            <a:ext cx="112014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48272" y="17282160"/>
            <a:ext cx="112014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A77BD80D-95AC-2566-53CE-C392776BADE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748272" y="5806440"/>
            <a:ext cx="11201400" cy="1120140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231600" y="14455080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231600" y="13870305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4231600" y="7680960"/>
            <a:ext cx="10515600" cy="5915025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030200" y="14455080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030200" y="13870305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3030200" y="7680960"/>
            <a:ext cx="10515600" cy="5915025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4455080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3870305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7680960"/>
            <a:ext cx="10515600" cy="5915025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5D43CFD-DB35-08D1-6620-6362A4C2C3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231600" y="17181134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" name="Image Text Placeholder 3">
            <a:extLst>
              <a:ext uri="{FF2B5EF4-FFF2-40B4-BE49-F238E27FC236}">
                <a16:creationId xmlns:a16="http://schemas.microsoft.com/office/drawing/2014/main" id="{6E7E2E95-842C-D22F-C42A-E736516C80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231600" y="16596359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218BB391-65AD-A286-4C78-FA3FD61FDAD8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4231600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030200" y="17181134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030200" y="16596359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3030200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7181134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6596359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9664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9664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DF03DA9-16F3-FFAF-5D1B-AE747245538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8" name="Image Text Placeholder 4">
            <a:extLst>
              <a:ext uri="{FF2B5EF4-FFF2-40B4-BE49-F238E27FC236}">
                <a16:creationId xmlns:a16="http://schemas.microsoft.com/office/drawing/2014/main" id="{5D84E662-6F7A-E279-4EAE-DB75E5E5AC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029664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E745F964-4465-E796-6B93-F52BC4E5121A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27029664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5D43CFD-DB35-08D1-6620-6362A4C2C3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" name="Image Text Placeholder 3">
            <a:extLst>
              <a:ext uri="{FF2B5EF4-FFF2-40B4-BE49-F238E27FC236}">
                <a16:creationId xmlns:a16="http://schemas.microsoft.com/office/drawing/2014/main" id="{6E7E2E95-842C-D22F-C42A-E736516C80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218BB391-65AD-A286-4C78-FA3FD61FDAD8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B0EACB5-E49F-2FC2-C67C-15F7A2EEE54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737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7" name="Image Text Placeholder 4">
            <a:extLst>
              <a:ext uri="{FF2B5EF4-FFF2-40B4-BE49-F238E27FC236}">
                <a16:creationId xmlns:a16="http://schemas.microsoft.com/office/drawing/2014/main" id="{6A2BC894-4B44-D83C-A912-97CB066BCA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737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282541F2-2A04-9064-967B-C131CB425C8C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737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2384D87-ABEE-2368-E3D2-17F42F2AD0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632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4" name="Image Text Placeholder 3">
            <a:extLst>
              <a:ext uri="{FF2B5EF4-FFF2-40B4-BE49-F238E27FC236}">
                <a16:creationId xmlns:a16="http://schemas.microsoft.com/office/drawing/2014/main" id="{8BDBED94-6C09-BE84-A848-429C407D61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632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568B34AA-81E7-C070-D294-4B91D1251722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632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6A1F7FE-2EF8-0B1F-4637-237BE82C9A8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2737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2">
            <a:extLst>
              <a:ext uri="{FF2B5EF4-FFF2-40B4-BE49-F238E27FC236}">
                <a16:creationId xmlns:a16="http://schemas.microsoft.com/office/drawing/2014/main" id="{D44687D5-C229-2456-8447-FE7F165D77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702737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76F7B6F0-942D-E077-7FF1-65F22007A4D7}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2702737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6A5F0422-58DA-B7E6-540E-5E70309B0D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2632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0" name="Image Text Placeholder 1">
            <a:extLst>
              <a:ext uri="{FF2B5EF4-FFF2-40B4-BE49-F238E27FC236}">
                <a16:creationId xmlns:a16="http://schemas.microsoft.com/office/drawing/2014/main" id="{D1836B9B-652B-FD35-D11E-96F771BAFA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62632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DADC9D0F-1D8B-60BF-7CBE-C6092106BCD2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62632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B0EACB5-E49F-2FC2-C67C-15F7A2EEE54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737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7" name="Image Text Placeholder 4">
            <a:extLst>
              <a:ext uri="{FF2B5EF4-FFF2-40B4-BE49-F238E27FC236}">
                <a16:creationId xmlns:a16="http://schemas.microsoft.com/office/drawing/2014/main" id="{6A2BC894-4B44-D83C-A912-97CB066BCA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737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282541F2-2A04-9064-967B-C131CB425C8C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737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2384D87-ABEE-2368-E3D2-17F42F2AD0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632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4" name="Image Text Placeholder 3">
            <a:extLst>
              <a:ext uri="{FF2B5EF4-FFF2-40B4-BE49-F238E27FC236}">
                <a16:creationId xmlns:a16="http://schemas.microsoft.com/office/drawing/2014/main" id="{8BDBED94-6C09-BE84-A848-429C407D61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632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568B34AA-81E7-C070-D294-4B91D1251722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632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6A1F7FE-2EF8-0B1F-4637-237BE82C9A8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2737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2">
            <a:extLst>
              <a:ext uri="{FF2B5EF4-FFF2-40B4-BE49-F238E27FC236}">
                <a16:creationId xmlns:a16="http://schemas.microsoft.com/office/drawing/2014/main" id="{D44687D5-C229-2456-8447-FE7F165D77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702737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76F7B6F0-942D-E077-7FF1-65F22007A4D7}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2702737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6A5F0422-58DA-B7E6-540E-5E70309B0D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2632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0" name="Image Text Placeholder 1">
            <a:extLst>
              <a:ext uri="{FF2B5EF4-FFF2-40B4-BE49-F238E27FC236}">
                <a16:creationId xmlns:a16="http://schemas.microsoft.com/office/drawing/2014/main" id="{D1836B9B-652B-FD35-D11E-96F771BAFA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62632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DADC9D0F-1D8B-60BF-7CBE-C6092106BCD2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62632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28614" y="1734910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628614" y="1676433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18628614" y="1214889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227564" y="1734910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227564" y="1676433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10227564" y="1214889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32569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832569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2832569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429232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429232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442923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5897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7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6025897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55AF18E-4591-536C-463D-71B46181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2832569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" name="Image Text Placeholder 6">
            <a:extLst>
              <a:ext uri="{FF2B5EF4-FFF2-40B4-BE49-F238E27FC236}">
                <a16:creationId xmlns:a16="http://schemas.microsoft.com/office/drawing/2014/main" id="{5B4EEC16-EEF7-D918-1F07-A02CCE2EB5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32569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11E3A3CB-F1CB-1281-1991-E73E0098FA10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832569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4429232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4429232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14429232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25897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897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6025897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32569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832569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2832569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429232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429232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442923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5897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7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6025897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65560165-0458-77EE-CA02-06E33D941FD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832569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3" name="Image Text Placeholder 7">
            <a:extLst>
              <a:ext uri="{FF2B5EF4-FFF2-40B4-BE49-F238E27FC236}">
                <a16:creationId xmlns:a16="http://schemas.microsoft.com/office/drawing/2014/main" id="{ECC1F981-C50F-1C41-714E-6559034E8E2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2832569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4" name="Picture Placeholder 7">
            <a:extLst>
              <a:ext uri="{FF2B5EF4-FFF2-40B4-BE49-F238E27FC236}">
                <a16:creationId xmlns:a16="http://schemas.microsoft.com/office/drawing/2014/main" id="{21BC51A6-5218-F988-C9CE-FD5CECDBCDC0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22832569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6DA9B824-47AA-EC11-6568-2014CAC46DD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4429232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6" name="Image Text Placeholder 6">
            <a:extLst>
              <a:ext uri="{FF2B5EF4-FFF2-40B4-BE49-F238E27FC236}">
                <a16:creationId xmlns:a16="http://schemas.microsoft.com/office/drawing/2014/main" id="{FCC18102-572D-A0CE-991D-58AD110F8E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429232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43" name="Picture Placeholder 6">
            <a:extLst>
              <a:ext uri="{FF2B5EF4-FFF2-40B4-BE49-F238E27FC236}">
                <a16:creationId xmlns:a16="http://schemas.microsoft.com/office/drawing/2014/main" id="{37CD74FE-7E45-C706-A51D-5A97DDF5739B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14429232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EC76CF61-D84C-A857-1B1A-00D510829B1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25897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5" name="Image Text Placeholder 5">
            <a:extLst>
              <a:ext uri="{FF2B5EF4-FFF2-40B4-BE49-F238E27FC236}">
                <a16:creationId xmlns:a16="http://schemas.microsoft.com/office/drawing/2014/main" id="{19A4A6BB-DE8A-5146-D04F-8CE611A154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25897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46" name="Picture Placeholder 5">
            <a:extLst>
              <a:ext uri="{FF2B5EF4-FFF2-40B4-BE49-F238E27FC236}">
                <a16:creationId xmlns:a16="http://schemas.microsoft.com/office/drawing/2014/main" id="{1EF75A0B-D9AE-20D0-56AB-7CE46DFC546B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025897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A31E7074-02C8-4A35-980A-2083FDE5092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96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8" name="Image Text Placeholder 4">
            <a:extLst>
              <a:ext uri="{FF2B5EF4-FFF2-40B4-BE49-F238E27FC236}">
                <a16:creationId xmlns:a16="http://schemas.microsoft.com/office/drawing/2014/main" id="{E97B19A6-2208-CDFD-ACDC-25144F70BF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49" name="Picture Placeholder 4">
            <a:extLst>
              <a:ext uri="{FF2B5EF4-FFF2-40B4-BE49-F238E27FC236}">
                <a16:creationId xmlns:a16="http://schemas.microsoft.com/office/drawing/2014/main" id="{311FF215-7522-3B62-44F4-D9D6A2482E0C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96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5912E2C-56FA-374F-945F-BBBC42367B4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51" name="Image Text Placeholder 3">
            <a:extLst>
              <a:ext uri="{FF2B5EF4-FFF2-40B4-BE49-F238E27FC236}">
                <a16:creationId xmlns:a16="http://schemas.microsoft.com/office/drawing/2014/main" id="{03215BF3-4F2A-4E13-5226-08DCBCA612B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2" name="Picture Placeholder 3">
            <a:extLst>
              <a:ext uri="{FF2B5EF4-FFF2-40B4-BE49-F238E27FC236}">
                <a16:creationId xmlns:a16="http://schemas.microsoft.com/office/drawing/2014/main" id="{8F84A290-DDF0-6219-B75E-8B1BA6DBCFE5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B69FC495-0430-3D0C-59DE-D6F4EE0EAA5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54" name="Image Text Placeholder 2">
            <a:extLst>
              <a:ext uri="{FF2B5EF4-FFF2-40B4-BE49-F238E27FC236}">
                <a16:creationId xmlns:a16="http://schemas.microsoft.com/office/drawing/2014/main" id="{791C9960-C7F1-E726-F408-403D6E40CE0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5" name="Picture Placeholder 2">
            <a:extLst>
              <a:ext uri="{FF2B5EF4-FFF2-40B4-BE49-F238E27FC236}">
                <a16:creationId xmlns:a16="http://schemas.microsoft.com/office/drawing/2014/main" id="{35CDD6D4-6277-B1AF-D61C-75D143FBDA5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D44E43D3-B1CD-39A5-E338-18D260DCC1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57" name="Image Text Placeholder 1">
            <a:extLst>
              <a:ext uri="{FF2B5EF4-FFF2-40B4-BE49-F238E27FC236}">
                <a16:creationId xmlns:a16="http://schemas.microsoft.com/office/drawing/2014/main" id="{71CA0230-CD85-4F9C-010C-A8983A0DB6E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1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8" name="Picture Placeholder 1">
            <a:extLst>
              <a:ext uri="{FF2B5EF4-FFF2-40B4-BE49-F238E27FC236}">
                <a16:creationId xmlns:a16="http://schemas.microsoft.com/office/drawing/2014/main" id="{11C4DBB0-CD52-26B8-DE91-18836ED19207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CD195BFC-0745-EC8A-C575-A19B731CE8C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7029664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8">
            <a:extLst>
              <a:ext uri="{FF2B5EF4-FFF2-40B4-BE49-F238E27FC236}">
                <a16:creationId xmlns:a16="http://schemas.microsoft.com/office/drawing/2014/main" id="{73069B9F-9FCE-AB48-97BE-5B58BAF3523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7029664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8649C41-7D44-DB84-E552-C304A1C07088}"/>
              </a:ext>
            </a:extLst>
          </p:cNvPr>
          <p:cNvSpPr>
            <a:spLocks noGrp="1" noChangeAspect="1"/>
          </p:cNvSpPr>
          <p:nvPr>
            <p:ph type="pic" sz="quarter" idx="42" hasCustomPrompt="1"/>
          </p:nvPr>
        </p:nvSpPr>
        <p:spPr>
          <a:xfrm>
            <a:off x="27029664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BD64A03A-4955-FEA8-13F2-7FF14F9CE4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628614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7" name="Image Text Placeholder 7">
            <a:extLst>
              <a:ext uri="{FF2B5EF4-FFF2-40B4-BE49-F238E27FC236}">
                <a16:creationId xmlns:a16="http://schemas.microsoft.com/office/drawing/2014/main" id="{D3C7C970-0558-EEFC-E538-9B07E5D1FFF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628614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A21BD026-3777-9B44-A3E1-15707D14D22D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18628614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55AF18E-4591-536C-463D-71B46181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227564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" name="Image Text Placeholder 6">
            <a:extLst>
              <a:ext uri="{FF2B5EF4-FFF2-40B4-BE49-F238E27FC236}">
                <a16:creationId xmlns:a16="http://schemas.microsoft.com/office/drawing/2014/main" id="{5B4EEC16-EEF7-D918-1F07-A02CCE2EB5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227564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11E3A3CB-F1CB-1281-1991-E73E0098FA10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10227564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28802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2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1828802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96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96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1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0" name="Text Placeholder 9">
            <a:extLst>
              <a:ext uri="{FF2B5EF4-FFF2-40B4-BE49-F238E27FC236}">
                <a16:creationId xmlns:a16="http://schemas.microsoft.com/office/drawing/2014/main" id="{8B3E27AE-4C6F-62EC-C786-480924FA5B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535174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1" name="Image Text Placeholder 9">
            <a:extLst>
              <a:ext uri="{FF2B5EF4-FFF2-40B4-BE49-F238E27FC236}">
                <a16:creationId xmlns:a16="http://schemas.microsoft.com/office/drawing/2014/main" id="{B3AFE9F9-E3D6-AFE5-AA90-713D90446246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535174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2" name="Picture Placeholder 9">
            <a:extLst>
              <a:ext uri="{FF2B5EF4-FFF2-40B4-BE49-F238E27FC236}">
                <a16:creationId xmlns:a16="http://schemas.microsoft.com/office/drawing/2014/main" id="{0C9E0DA8-5412-2FA6-698C-3F8330347779}"/>
              </a:ext>
            </a:extLst>
          </p:cNvPr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2535174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3" name="Text Placeholder 8">
            <a:extLst>
              <a:ext uri="{FF2B5EF4-FFF2-40B4-BE49-F238E27FC236}">
                <a16:creationId xmlns:a16="http://schemas.microsoft.com/office/drawing/2014/main" id="{4EA2773D-33E7-840E-E237-49E1CFECCAD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63090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4" name="Image Text Placeholder 8">
            <a:extLst>
              <a:ext uri="{FF2B5EF4-FFF2-40B4-BE49-F238E27FC236}">
                <a16:creationId xmlns:a16="http://schemas.microsoft.com/office/drawing/2014/main" id="{93C4BCFC-FE58-029F-19EF-666D6E7FA28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63090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5" name="Picture Placeholder 8">
            <a:extLst>
              <a:ext uri="{FF2B5EF4-FFF2-40B4-BE49-F238E27FC236}">
                <a16:creationId xmlns:a16="http://schemas.microsoft.com/office/drawing/2014/main" id="{766D41BA-0DEA-DEB3-5A5F-A8F26EADE7FC}"/>
              </a:ext>
            </a:extLst>
          </p:cNvPr>
          <p:cNvSpPr>
            <a:spLocks noGrp="1" noChangeAspect="1"/>
          </p:cNvSpPr>
          <p:nvPr>
            <p:ph type="pic" sz="quarter" idx="42" hasCustomPrompt="1"/>
          </p:nvPr>
        </p:nvSpPr>
        <p:spPr>
          <a:xfrm>
            <a:off x="1863090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6" name="Text Placeholder 7">
            <a:extLst>
              <a:ext uri="{FF2B5EF4-FFF2-40B4-BE49-F238E27FC236}">
                <a16:creationId xmlns:a16="http://schemas.microsoft.com/office/drawing/2014/main" id="{64F79046-F043-EA99-8ACF-843B7EBF10A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191006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7" name="Image Text Placeholder 7">
            <a:extLst>
              <a:ext uri="{FF2B5EF4-FFF2-40B4-BE49-F238E27FC236}">
                <a16:creationId xmlns:a16="http://schemas.microsoft.com/office/drawing/2014/main" id="{41560AFB-6597-6CD0-5197-3342303C454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191006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8" name="Picture Placeholder 7">
            <a:extLst>
              <a:ext uri="{FF2B5EF4-FFF2-40B4-BE49-F238E27FC236}">
                <a16:creationId xmlns:a16="http://schemas.microsoft.com/office/drawing/2014/main" id="{21FE98B0-681A-8160-51EE-70935ACD461A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1191006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9" name="Text Placeholder 6">
            <a:extLst>
              <a:ext uri="{FF2B5EF4-FFF2-40B4-BE49-F238E27FC236}">
                <a16:creationId xmlns:a16="http://schemas.microsoft.com/office/drawing/2014/main" id="{890A9AD7-7374-EF97-5745-633689C43F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922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0" name="Image Text Placeholder 6">
            <a:extLst>
              <a:ext uri="{FF2B5EF4-FFF2-40B4-BE49-F238E27FC236}">
                <a16:creationId xmlns:a16="http://schemas.microsoft.com/office/drawing/2014/main" id="{45401A17-EE1F-C655-017D-3E3D107B7E0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922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91" name="Picture Placeholder 6">
            <a:extLst>
              <a:ext uri="{FF2B5EF4-FFF2-40B4-BE49-F238E27FC236}">
                <a16:creationId xmlns:a16="http://schemas.microsoft.com/office/drawing/2014/main" id="{CFB8E08D-8737-B01C-7128-6C7692BCCF04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518922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2" name="Text Placeholder 5">
            <a:extLst>
              <a:ext uri="{FF2B5EF4-FFF2-40B4-BE49-F238E27FC236}">
                <a16:creationId xmlns:a16="http://schemas.microsoft.com/office/drawing/2014/main" id="{64CDA5E8-1B9B-7D77-3E69-8877DEB1BC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3" name="Image Text Placeholder 5">
            <a:extLst>
              <a:ext uri="{FF2B5EF4-FFF2-40B4-BE49-F238E27FC236}">
                <a16:creationId xmlns:a16="http://schemas.microsoft.com/office/drawing/2014/main" id="{FF68AD7E-707F-67FB-C20D-45907951DFB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94" name="Picture Placeholder 5">
            <a:extLst>
              <a:ext uri="{FF2B5EF4-FFF2-40B4-BE49-F238E27FC236}">
                <a16:creationId xmlns:a16="http://schemas.microsoft.com/office/drawing/2014/main" id="{2E84F782-7FB5-EBFE-FA69-8AEE803DF8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871216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1F9895EC-62D4-FA9D-27A9-4ACA56E3B84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99132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6" name="Image Text Placeholder 4">
            <a:extLst>
              <a:ext uri="{FF2B5EF4-FFF2-40B4-BE49-F238E27FC236}">
                <a16:creationId xmlns:a16="http://schemas.microsoft.com/office/drawing/2014/main" id="{592A15FA-7F1A-A69C-D8ED-999BB4CD37A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97" name="Picture Placeholder 4">
            <a:extLst>
              <a:ext uri="{FF2B5EF4-FFF2-40B4-BE49-F238E27FC236}">
                <a16:creationId xmlns:a16="http://schemas.microsoft.com/office/drawing/2014/main" id="{9A06F0E7-CE43-C5F6-CE8D-8F958A0DB6E3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199132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8" name="Text Placeholder 3">
            <a:extLst>
              <a:ext uri="{FF2B5EF4-FFF2-40B4-BE49-F238E27FC236}">
                <a16:creationId xmlns:a16="http://schemas.microsoft.com/office/drawing/2014/main" id="{68153D7F-1A84-55F4-0656-3775B7F8C3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27048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9" name="Image Text Placeholder 3">
            <a:extLst>
              <a:ext uri="{FF2B5EF4-FFF2-40B4-BE49-F238E27FC236}">
                <a16:creationId xmlns:a16="http://schemas.microsoft.com/office/drawing/2014/main" id="{6FF34B9F-903C-4723-219B-12D162A14E3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7048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0" name="Picture Placeholder 3">
            <a:extLst>
              <a:ext uri="{FF2B5EF4-FFF2-40B4-BE49-F238E27FC236}">
                <a16:creationId xmlns:a16="http://schemas.microsoft.com/office/drawing/2014/main" id="{C19C75A4-E23F-28D7-8D58-546E4D1460B4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527048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1" name="Text Placeholder 2">
            <a:extLst>
              <a:ext uri="{FF2B5EF4-FFF2-40B4-BE49-F238E27FC236}">
                <a16:creationId xmlns:a16="http://schemas.microsoft.com/office/drawing/2014/main" id="{E7468696-D62A-F126-682C-FC0B13991D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4964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2" name="Image Text Placeholder 2">
            <a:extLst>
              <a:ext uri="{FF2B5EF4-FFF2-40B4-BE49-F238E27FC236}">
                <a16:creationId xmlns:a16="http://schemas.microsoft.com/office/drawing/2014/main" id="{A891F4D4-D0A6-D2BE-F0C9-06DEBFDCDD4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3" name="Picture Placeholder 2">
            <a:extLst>
              <a:ext uri="{FF2B5EF4-FFF2-40B4-BE49-F238E27FC236}">
                <a16:creationId xmlns:a16="http://schemas.microsoft.com/office/drawing/2014/main" id="{FE60AA2E-9FAB-A1D4-58F2-6BB101460C10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854964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4" name="Text Placeholder 1">
            <a:extLst>
              <a:ext uri="{FF2B5EF4-FFF2-40B4-BE49-F238E27FC236}">
                <a16:creationId xmlns:a16="http://schemas.microsoft.com/office/drawing/2014/main" id="{2A6C42C5-ACB2-D01D-5B65-B05FE2F78D4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5" name="Image Text Placeholder 1">
            <a:extLst>
              <a:ext uri="{FF2B5EF4-FFF2-40B4-BE49-F238E27FC236}">
                <a16:creationId xmlns:a16="http://schemas.microsoft.com/office/drawing/2014/main" id="{5E28F443-1C7C-3600-7437-ACD90DBF63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6" name="Picture Placeholder 1">
            <a:extLst>
              <a:ext uri="{FF2B5EF4-FFF2-40B4-BE49-F238E27FC236}">
                <a16:creationId xmlns:a16="http://schemas.microsoft.com/office/drawing/2014/main" id="{DEC1ECC9-7FE9-0EA4-E16A-58C38FF24EF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7FC9B007-8521-565E-AB1A-B5A1B31AA99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71216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5" name="Image Text Placeholder 10">
            <a:extLst>
              <a:ext uri="{FF2B5EF4-FFF2-40B4-BE49-F238E27FC236}">
                <a16:creationId xmlns:a16="http://schemas.microsoft.com/office/drawing/2014/main" id="{DFDFC6D9-CC89-C9B7-B0C3-7CF23756374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71216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9" name="Picture Placeholder 10">
            <a:extLst>
              <a:ext uri="{FF2B5EF4-FFF2-40B4-BE49-F238E27FC236}">
                <a16:creationId xmlns:a16="http://schemas.microsoft.com/office/drawing/2014/main" id="{233520DD-ECFF-9B92-82E2-4857215AD1D4}"/>
              </a:ext>
            </a:extLst>
          </p:cNvPr>
          <p:cNvSpPr>
            <a:spLocks noGrp="1" noChangeAspect="1"/>
          </p:cNvSpPr>
          <p:nvPr>
            <p:ph type="pic" sz="quarter" idx="48" hasCustomPrompt="1"/>
          </p:nvPr>
        </p:nvSpPr>
        <p:spPr>
          <a:xfrm>
            <a:off x="2871216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 9">
            <a:extLst>
              <a:ext uri="{FF2B5EF4-FFF2-40B4-BE49-F238E27FC236}">
                <a16:creationId xmlns:a16="http://schemas.microsoft.com/office/drawing/2014/main" id="{0EB24314-D040-FB83-A767-983B453F9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199132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61" name="Image Text Placeholder 9">
            <a:extLst>
              <a:ext uri="{FF2B5EF4-FFF2-40B4-BE49-F238E27FC236}">
                <a16:creationId xmlns:a16="http://schemas.microsoft.com/office/drawing/2014/main" id="{98C38057-0A98-EE09-E742-B6E84C337D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199132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62" name="Picture Placeholder 9">
            <a:extLst>
              <a:ext uri="{FF2B5EF4-FFF2-40B4-BE49-F238E27FC236}">
                <a16:creationId xmlns:a16="http://schemas.microsoft.com/office/drawing/2014/main" id="{5E45890E-544A-4898-73CF-789356807492}"/>
              </a:ext>
            </a:extLst>
          </p:cNvPr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2199132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CD195BFC-0745-EC8A-C575-A19B731CE8C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527048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8">
            <a:extLst>
              <a:ext uri="{FF2B5EF4-FFF2-40B4-BE49-F238E27FC236}">
                <a16:creationId xmlns:a16="http://schemas.microsoft.com/office/drawing/2014/main" id="{73069B9F-9FCE-AB48-97BE-5B58BAF3523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527048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8649C41-7D44-DB84-E552-C304A1C07088}"/>
              </a:ext>
            </a:extLst>
          </p:cNvPr>
          <p:cNvSpPr>
            <a:spLocks noGrp="1" noChangeAspect="1"/>
          </p:cNvSpPr>
          <p:nvPr>
            <p:ph type="pic" sz="quarter" idx="42" hasCustomPrompt="1"/>
          </p:nvPr>
        </p:nvSpPr>
        <p:spPr>
          <a:xfrm>
            <a:off x="1527048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BD64A03A-4955-FEA8-13F2-7FF14F9CE4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4964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7" name="Image Text Placeholder 7">
            <a:extLst>
              <a:ext uri="{FF2B5EF4-FFF2-40B4-BE49-F238E27FC236}">
                <a16:creationId xmlns:a16="http://schemas.microsoft.com/office/drawing/2014/main" id="{D3C7C970-0558-EEFC-E538-9B07E5D1FFF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4964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A21BD026-3777-9B44-A3E1-15707D14D22D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854964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55AF18E-4591-536C-463D-71B46181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82880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" name="Image Text Placeholder 6">
            <a:extLst>
              <a:ext uri="{FF2B5EF4-FFF2-40B4-BE49-F238E27FC236}">
                <a16:creationId xmlns:a16="http://schemas.microsoft.com/office/drawing/2014/main" id="{5B4EEC16-EEF7-D918-1F07-A02CCE2EB5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2880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11E3A3CB-F1CB-1281-1991-E73E0098FA10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182880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871216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99132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199132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27048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7048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527048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4964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854964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Media Placeholder">
            <a:extLst>
              <a:ext uri="{FF2B5EF4-FFF2-40B4-BE49-F238E27FC236}">
                <a16:creationId xmlns:a16="http://schemas.microsoft.com/office/drawing/2014/main" id="{40009700-B8EB-446E-63CF-6A960E38369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57EA603-01C1-8CDB-4C19-F3E4CD9922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DF94EFC-9935-80B4-0DFC-13D0654CBD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828800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36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680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02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3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">
            <a:extLst>
              <a:ext uri="{FF2B5EF4-FFF2-40B4-BE49-F238E27FC236}">
                <a16:creationId xmlns:a16="http://schemas.microsoft.com/office/drawing/2014/main" id="{3EBC3328-BBCC-64C4-AB79-658E5CBD83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" y="16919165"/>
            <a:ext cx="16459200" cy="1828800"/>
          </a:xfrm>
        </p:spPr>
        <p:txBody>
          <a:bodyPr/>
          <a:lstStyle/>
          <a:p>
            <a:pPr/>
            <a:r>
              <a:t>Project Introduction | GitHub: songshen06/usd-simready-inspector</a:t>
            </a:r>
          </a:p>
        </p:txBody>
      </p:sp>
      <p:sp>
        <p:nvSpPr>
          <p:cNvPr id="8" name="Name">
            <a:extLst>
              <a:ext uri="{FF2B5EF4-FFF2-40B4-BE49-F238E27FC236}">
                <a16:creationId xmlns:a16="http://schemas.microsoft.com/office/drawing/2014/main" id="{6AA140B3-2D05-68F4-7FA6-7BF687D3C1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28800" y="16002000"/>
            <a:ext cx="16459200" cy="729430"/>
          </a:xfrm>
        </p:spPr>
        <p:txBody>
          <a:bodyPr/>
          <a:lstStyle/>
          <a:p>
            <a:pPr/>
            <a:r>
              <a:t>Maintainer | github.com/songshen06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DF494DA8-FC38-931D-77D1-A25FF52174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37360" y="6858000"/>
            <a:ext cx="16459200" cy="8402300"/>
          </a:xfrm>
        </p:spPr>
        <p:txBody>
          <a:bodyPr/>
          <a:lstStyle/>
          <a:p>
            <a:pPr/>
            <a:r>
              <a:t>USD SimReady Inspector</a:t>
            </a:r>
          </a:p>
        </p:txBody>
      </p:sp>
    </p:spTree>
    <p:extLst>
      <p:ext uri="{BB962C8B-B14F-4D97-AF65-F5344CB8AC3E}">
        <p14:creationId xmlns:p14="http://schemas.microsoft.com/office/powerpoint/2010/main" val="875574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">
            <a:extLst>
              <a:ext uri="{FF2B5EF4-FFF2-40B4-BE49-F238E27FC236}">
                <a16:creationId xmlns:a16="http://schemas.microsoft.com/office/drawing/2014/main" id="{9AD28189-F50F-F3DE-2979-A95F9F617B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/>
            <a:r>
              <a:t>Project scope and two main pipelines</a:t>
            </a:r>
          </a:p>
          <a:p>
            <a:pPr/>
            <a:r>
              <a:t>Architecture flow slides (separate flow deck)</a:t>
            </a:r>
          </a:p>
          <a:p>
            <a:pPr/>
            <a:r>
              <a:t>Repository development activity (cumulative commits)</a:t>
            </a:r>
          </a:p>
          <a:p>
            <a:pPr/>
            <a:r>
              <a:t>Closing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3881835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C1BE58D-265B-E743-099B-A9A97593DA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/>
            <a:r>
              <a:t>Development Activity</a:t>
            </a:r>
          </a:p>
        </p:txBody>
      </p:sp>
    </p:spTree>
    <p:extLst>
      <p:ext uri="{BB962C8B-B14F-4D97-AF65-F5344CB8AC3E}">
        <p14:creationId xmlns:p14="http://schemas.microsoft.com/office/powerpoint/2010/main" val="1882725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">
            <a:extLst>
              <a:ext uri="{FF2B5EF4-FFF2-40B4-BE49-F238E27FC236}">
                <a16:creationId xmlns:a16="http://schemas.microsoft.com/office/drawing/2014/main" id="{17E32951-1D95-C33C-2C13-00108F6733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28800" y="5943600"/>
            <a:ext cx="32918399" cy="12801600"/>
          </a:xfrm>
        </p:spPr>
        <p:txBody>
          <a:bodyPr/>
          <a:lstStyle/>
          <a:p>
            <a:pPr/>
            <a:r>
              <a:t>General USD inspection plus knowledge_candidate generation for review and grouping</a:t>
            </a:r>
          </a:p>
          <a:p>
            <a:pPr/>
            <a:r>
              <a:t>Static furniture SimReady recommendation, collider authoring, and optional runtime smoke tests</a:t>
            </a:r>
          </a:p>
          <a:p>
            <a:pPr/>
            <a:r>
              <a:t>Unified usd_simready_cli.py process path for scale, orientation, collisions, and reports</a:t>
            </a:r>
          </a:p>
          <a:p>
            <a:pPr/>
            <a:r>
              <a:t>Semantic metadata extraction (qcodes, classes, hierarchies, label_tags) for richer furniture signals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D56D337-B2BC-92D9-348F-C041B90797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3383280"/>
            <a:ext cx="32918400" cy="914400"/>
          </a:xfrm>
        </p:spPr>
        <p:txBody>
          <a:bodyPr/>
          <a:lstStyle/>
          <a:p>
            <a:pPr/>
            <a:r>
              <a:t>CLI tools for USD inspection and SimReady recommendations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16922AF-5327-EB0B-A141-110B1487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</p:spPr>
        <p:txBody>
          <a:bodyPr/>
          <a:lstStyle/>
          <a:p>
            <a:pPr/>
            <a:r>
              <a:t>What This Repository Delivers</a:t>
            </a:r>
          </a:p>
        </p:txBody>
      </p:sp>
    </p:spTree>
    <p:extLst>
      <p:ext uri="{BB962C8B-B14F-4D97-AF65-F5344CB8AC3E}">
        <p14:creationId xmlns:p14="http://schemas.microsoft.com/office/powerpoint/2010/main" val="2015387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EE44E42-49AF-A9D6-B79C-0D790ADF48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202400" y="5943600"/>
            <a:ext cx="15544800" cy="12801600"/>
          </a:xfrm>
        </p:spPr>
        <p:txBody>
          <a:bodyPr/>
          <a:lstStyle/>
          <a:p>
            <a:pPr/>
            <a:r>
              <a:t>Static furniture SimReady</a:t>
            </a:r>
          </a:p>
          <a:p>
            <a:pPr/>
            <a:r>
              <a:t>Reference JSON from extract_static_furniture_reference.py</a:t>
            </a:r>
          </a:p>
          <a:p>
            <a:pPr/>
            <a:r>
              <a:t>recommend_static_furniture_simready.py on new USD</a:t>
            </a:r>
          </a:p>
          <a:p>
            <a:pPr/>
            <a:r>
              <a:t>apply_static_furniture_simready.py writes authored USD or USDA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BF356FA-83C8-89F7-3A5C-5319EE000EB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28800" y="5943600"/>
            <a:ext cx="15544800" cy="12801600"/>
          </a:xfrm>
        </p:spPr>
        <p:txBody>
          <a:bodyPr/>
          <a:lstStyle/>
          <a:p>
            <a:pPr/>
            <a:r>
              <a:t>General inspection</a:t>
            </a:r>
          </a:p>
          <a:p>
            <a:pPr/>
            <a:r>
              <a:t>usd_inspector.py produces detailed report JSON</a:t>
            </a:r>
          </a:p>
          <a:p>
            <a:pPr/>
            <a:r>
              <a:t>knowledge_candidate.py builds knowledge_candidate.json</a:t>
            </a:r>
          </a:p>
          <a:p>
            <a:pPr/>
            <a:r>
              <a:t>CSV exports and taxonomy seeding for human review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C41ED762-3C08-9437-B3E8-4EBBEAF40C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/>
          <a:p>
            <a:pPr/>
            <a:r>
              <a:t>Same codebase, different entry points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16F05AD-3433-21B9-D86F-E5B3E07B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</p:spPr>
        <p:txBody>
          <a:bodyPr/>
          <a:lstStyle/>
          <a:p>
            <a:pPr/>
            <a:r>
              <a:t>Two Pipelines at a Glance</a:t>
            </a:r>
          </a:p>
        </p:txBody>
      </p:sp>
    </p:spTree>
    <p:extLst>
      <p:ext uri="{BB962C8B-B14F-4D97-AF65-F5344CB8AC3E}">
        <p14:creationId xmlns:p14="http://schemas.microsoft.com/office/powerpoint/2010/main" val="1425750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07FB9-DF12-A63F-D1B0-1F5AAAA83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(Source) Placeholder">
            <a:extLst>
              <a:ext uri="{FF2B5EF4-FFF2-40B4-BE49-F238E27FC236}">
                <a16:creationId xmlns:a16="http://schemas.microsoft.com/office/drawing/2014/main" id="{15703FA8-88B7-1698-02E9-452CADFAEB6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/>
            <a:r>
              <a:t>Source: git log on local clone of github.com/songshen06/usd-simready-inspector</a:t>
            </a:r>
            <a:endParaRPr lang="en-US" dirty="0"/>
          </a:p>
        </p:txBody>
      </p:sp>
      <p:sp>
        <p:nvSpPr>
          <p:cNvPr id="8" name="Text Placeholder">
            <a:extLst>
              <a:ext uri="{FF2B5EF4-FFF2-40B4-BE49-F238E27FC236}">
                <a16:creationId xmlns:a16="http://schemas.microsoft.com/office/drawing/2014/main" id="{725756CA-27DB-8914-2150-58920534E4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/>
            <a:r>
              <a:t>Cumulative Commits</a:t>
            </a:r>
            <a:endParaRPr lang="en-US" dirty="0">
              <a:solidFill>
                <a:schemeClr val="accent6"/>
              </a:solidFill>
              <a:latin typeface="+mn-lt"/>
            </a:endParaRP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405BDB03-D3B3-1E07-3D0C-A125E3B37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t>Cumulative commit count by author date</a:t>
            </a:r>
            <a:endParaRPr lang="en-US" dirty="0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C9131D65-C9BB-8488-6531-053AD0E1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Commit Velocity</a:t>
            </a:r>
            <a:endParaRPr lang="en-US" dirty="0"/>
          </a:p>
        </p:txBody>
      </p:sp>
      <p:graphicFrame>
        <p:nvGraphicFramePr>
          <p:cNvPr id="5" name="Chart Placeholder">
            <a:extLst>
              <a:ext uri="{FF2B5EF4-FFF2-40B4-BE49-F238E27FC236}">
                <a16:creationId xmlns:a16="http://schemas.microsoft.com/office/drawing/2014/main" id="{0F4A2C7A-2CD9-5DA8-B81A-1F29B7ACD33D}"/>
              </a:ext>
            </a:extLst>
          </p:cNvPr>
          <p:cNvGraphicFramePr>
            <a:graphicFrameLocks noGrp="1"/>
          </p:cNvGraphicFramePr>
          <p:nvPr>
            <p:ph type="chart" sz="quarter" idx="17"/>
            <p:extLst>
              <p:ext uri="{D42A27DB-BD31-4B8C-83A1-F6EECF244321}">
                <p14:modId xmlns:p14="http://schemas.microsoft.com/office/powerpoint/2010/main" val="3336570725"/>
              </p:ext>
            </p:extLst>
          </p:nvPr>
        </p:nvGraphicFramePr>
        <p:xfrm>
          <a:off x="5121275" y="6811963"/>
          <a:ext cx="26333450" cy="9693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141650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04765"/>
      </p:ext>
    </p:extLst>
  </p:cSld>
  <p:clrMapOvr>
    <a:masterClrMapping/>
  </p:clrMapOvr>
</p:sld>
</file>

<file path=ppt/theme/theme1.xml><?xml version="1.0" encoding="utf-8"?>
<a:theme xmlns:a="http://schemas.openxmlformats.org/drawingml/2006/main" name="NVIDIA26_Corp Template_LIGHT">
  <a:themeElements>
    <a:clrScheme name="NVIDIA26_Corp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A7A7A7"/>
      </a:accent6>
      <a:hlink>
        <a:srgbClr val="A7A7A7"/>
      </a:hlink>
      <a:folHlink>
        <a:srgbClr val="A7A7A7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0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29452576-244D-4E73-8568-2D373268E525}" vid="{7818FF2B-EC31-40B8-A1E1-DCE67EB4C275}"/>
    </a:ext>
  </a:extLst>
</a:theme>
</file>

<file path=ppt/theme/theme2.xml><?xml version="1.0" encoding="utf-8"?>
<a:theme xmlns:a="http://schemas.openxmlformats.org/drawingml/2006/main" name="Office Theme">
  <a:themeElements>
    <a:clrScheme name="NVIDIA 26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A7A7A7"/>
      </a:accent6>
      <a:hlink>
        <a:srgbClr val="000000"/>
      </a:hlink>
      <a:folHlink>
        <a:srgbClr val="000000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 26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A7A7A7"/>
      </a:accent6>
      <a:hlink>
        <a:srgbClr val="000000"/>
      </a:hlink>
      <a:folHlink>
        <a:srgbClr val="000000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F03E675-8CC6-47A9-A7FD-32D4382F52CB}"/>
</file>

<file path=customXml/itemProps2.xml><?xml version="1.0" encoding="utf-8"?>
<ds:datastoreItem xmlns:ds="http://schemas.openxmlformats.org/officeDocument/2006/customXml" ds:itemID="{E71430C7-BF1E-4119-A441-7E92DF3ED702}"/>
</file>

<file path=customXml/itemProps3.xml><?xml version="1.0" encoding="utf-8"?>
<ds:datastoreItem xmlns:ds="http://schemas.openxmlformats.org/officeDocument/2006/customXml" ds:itemID="{6465CBE7-9B9C-48F7-82FE-1DCCBB1C022F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Words>1826</Words>
  <Application>Microsoft Office PowerPoint</Application>
  <PresentationFormat>Custom</PresentationFormat>
  <Paragraphs>429</Paragraphs>
  <Slides>58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Roboto Mono Medium</vt:lpstr>
      <vt:lpstr>Roboto Mono</vt:lpstr>
      <vt:lpstr>NVIDIA Sans Medium</vt:lpstr>
      <vt:lpstr>NVIDIA Sans</vt:lpstr>
      <vt:lpstr>NVIDIA26_Corp Template_LIGHT</vt:lpstr>
      <vt:lpstr>PowerPoint Presentation</vt:lpstr>
      <vt:lpstr>Helpful Resources</vt:lpstr>
      <vt:lpstr>PowerPoint Presentation</vt:lpstr>
      <vt:lpstr>PowerPoint Presentation</vt:lpstr>
      <vt:lpstr>PowerPoint Presentation</vt:lpstr>
      <vt:lpstr>PowerPoint Presentation</vt:lpstr>
      <vt:lpstr>Long or short—inspiring quote goes here up to multiple lines of text and should be followed with source credit.”</vt:lpstr>
      <vt:lpstr>Speaker Highlight</vt:lpstr>
      <vt:lpstr>Slide Layout  With No Subtitle</vt:lpstr>
      <vt:lpstr>Slide Title Goes Here</vt:lpstr>
      <vt:lpstr>Confidential Example With Page Number and Source</vt:lpstr>
      <vt:lpstr>Confidential Watermark</vt:lpstr>
      <vt:lpstr>Single-Column Layout</vt:lpstr>
      <vt:lpstr>Two-Column Layout</vt:lpstr>
      <vt:lpstr>NVIDIA Coding Slide</vt:lpstr>
      <vt:lpstr>Customer Success Story and Use Case Example</vt:lpstr>
      <vt:lpstr>Stack Diagram Example</vt:lpstr>
      <vt:lpstr>Column Chart Example</vt:lpstr>
      <vt:lpstr>Column Chart Example</vt:lpstr>
      <vt:lpstr>Column Chart Example</vt:lpstr>
      <vt:lpstr>Column Chart Example</vt:lpstr>
      <vt:lpstr>Combo Chart Example</vt:lpstr>
      <vt:lpstr>Line Chart Example</vt:lpstr>
      <vt:lpstr>Doughnut Chart Example</vt:lpstr>
      <vt:lpstr>Doughnut Chart Example</vt:lpstr>
      <vt:lpstr>Doughnut Chart Example</vt:lpstr>
      <vt:lpstr>Doughnut Chart Example</vt:lpstr>
      <vt:lpstr>Table Example</vt:lpstr>
      <vt:lpstr>Icon Layout</vt:lpstr>
      <vt:lpstr>Stats Example</vt:lpstr>
      <vt:lpstr>One-up Layout</vt:lpstr>
      <vt:lpstr>One-up Layout Alternative</vt:lpstr>
      <vt:lpstr>One-up Layout Alternative</vt:lpstr>
      <vt:lpstr>One-up Layout Heavy Content</vt:lpstr>
      <vt:lpstr>Two-up Layout</vt:lpstr>
      <vt:lpstr>Two-up Layout</vt:lpstr>
      <vt:lpstr>Three-up Layout</vt:lpstr>
      <vt:lpstr>Three-up Layout</vt:lpstr>
      <vt:lpstr>Four-up Layout</vt:lpstr>
      <vt:lpstr>Four-up Layout</vt:lpstr>
      <vt:lpstr>Four-up Layout Alternative</vt:lpstr>
      <vt:lpstr>Four-up Layout Alternative</vt:lpstr>
      <vt:lpstr>Five-up Layout</vt:lpstr>
      <vt:lpstr>Six-up Layout</vt:lpstr>
      <vt:lpstr>Seven-up Layout</vt:lpstr>
      <vt:lpstr>Eight-up Layout</vt:lpstr>
      <vt:lpstr>Nine-up Layout</vt:lpstr>
      <vt:lpstr>Ten-up Layout</vt:lpstr>
      <vt:lpstr>Montage / Image Showcase</vt:lpstr>
      <vt:lpstr>PowerPoint Presentation</vt:lpstr>
      <vt:lpstr>PowerPoint Presentation</vt:lpstr>
      <vt:lpstr>Demo Title Goes Here</vt:lpstr>
      <vt:lpstr>Progression</vt:lpstr>
      <vt:lpstr>Timeline</vt:lpstr>
      <vt:lpstr>Image Timeline</vt:lpstr>
      <vt:lpstr>World Map</vt:lpstr>
      <vt:lpstr>World Map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Ashley Piersons</dc:creator>
  <cp:keywords/>
  <dc:description/>
  <cp:lastModifiedBy>Ashley Piersons</cp:lastModifiedBy>
  <cp:revision>1</cp:revision>
  <dcterms:created xsi:type="dcterms:W3CDTF">2026-04-20T17:53:26Z</dcterms:created>
  <dcterms:modified xsi:type="dcterms:W3CDTF">2026-04-20T18:12:04Z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