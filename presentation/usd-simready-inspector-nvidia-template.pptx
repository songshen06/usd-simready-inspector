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6.xml" ContentType="application/vnd.openxmlformats-officedocument.drawingml.chart+xml"/>
  <Override PartName="/ppt/charts/colors6.xml" ContentType="application/vnd.ms-office.chartcolorstyle+xml"/>
  <Override PartName="/ppt/charts/style6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60"/>
  </p:notesMasterIdLst>
  <p:handoutMasterIdLst>
    <p:handoutMasterId r:id="rId61"/>
  </p:handoutMasterIdLst>
  <p:sldIdLst>
    <p:sldId id="258" r:id="rId4"/>
    <p:sldId id="260" r:id="rId6"/>
    <p:sldId id="265" r:id="rId14"/>
    <p:sldId id="267" r:id="rId15"/>
    <p:sldId id="261" r:id="rId7"/>
    <p:sldId id="306" r:id="rId24"/>
    <p:sldId id="259" r:id="rId59"/>
  </p:sldIdLst>
  <p:sldSz cx="36576000" cy="20574000"/>
  <p:notesSz cx="6858000" cy="9144000"/>
  <p:embeddedFontLst>
    <p:embeddedFont>
      <p:font typeface="NVIDIA Sans" panose="020B0503020203020204" pitchFamily="34" charset="0"/>
      <p:regular r:id="rId62"/>
      <p:bold r:id="rId63"/>
      <p:italic r:id="rId64"/>
      <p:boldItalic r:id="rId65"/>
    </p:embeddedFont>
    <p:embeddedFont>
      <p:font typeface="NVIDIA Sans Medium" panose="020B0603020203020204" pitchFamily="34" charset="0"/>
      <p:regular r:id="rId66"/>
      <p:italic r:id="rId67"/>
    </p:embeddedFont>
    <p:embeddedFont>
      <p:font typeface="Roboto Mono" panose="00000009000000000000" pitchFamily="49" charset="0"/>
      <p:regular r:id="rId68"/>
      <p:bold r:id="rId69"/>
      <p:italic r:id="rId70"/>
      <p:boldItalic r:id="rId71"/>
    </p:embeddedFont>
    <p:embeddedFont>
      <p:font typeface="Roboto Mono Medium" panose="00000009000000000000" pitchFamily="49" charset="0"/>
      <p:regular r:id="rId72"/>
      <p:italic r:id="rId7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nt Verification / Writing Guide" id="{C06EF5EA-7F53-4771-854A-5DC833C71ECB}">
          <p14:sldIdLst>
            <p14:sldId id="317"/>
            <p14:sldId id="269"/>
          </p14:sldIdLst>
        </p14:section>
        <p14:section name="Section Dividers" id="{18A47A05-AF35-4309-A401-C5BCBAC389FA}">
          <p14:sldIdLst>
            <p14:sldId id="258"/>
            <p14:sldId id="299"/>
            <p14:sldId id="260"/>
            <p14:sldId id="261"/>
            <p14:sldId id="262"/>
            <p14:sldId id="277"/>
          </p14:sldIdLst>
        </p14:section>
        <p14:section name="Text Layouts" id="{C09D9F83-9A71-4CDB-998F-0FF3EA5A690D}">
          <p14:sldIdLst>
            <p14:sldId id="320"/>
            <p14:sldId id="268"/>
            <p14:sldId id="272"/>
            <p14:sldId id="337"/>
            <p14:sldId id="265"/>
            <p14:sldId id="267"/>
            <p14:sldId id="266"/>
            <p14:sldId id="278"/>
          </p14:sldIdLst>
        </p14:section>
        <p14:section name="Stacks / Charts / Tables / Stats" id="{5C53A25F-666D-46F5-B4CC-B0C43E7E8C77}">
          <p14:sldIdLst>
            <p14:sldId id="319"/>
            <p14:sldId id="279"/>
            <p14:sldId id="302"/>
            <p14:sldId id="303"/>
            <p14:sldId id="304"/>
            <p14:sldId id="305"/>
            <p14:sldId id="306"/>
            <p14:sldId id="307"/>
            <p14:sldId id="308"/>
            <p14:sldId id="316"/>
            <p14:sldId id="338"/>
            <p14:sldId id="310"/>
            <p14:sldId id="311"/>
            <p14:sldId id="300"/>
          </p14:sldIdLst>
        </p14:section>
        <p14:section name="Image Layouts" id="{D01D069D-F49B-4210-A358-71288B5C84C0}">
          <p14:sldIdLst>
            <p14:sldId id="280"/>
            <p14:sldId id="281"/>
            <p14:sldId id="282"/>
            <p14:sldId id="318"/>
            <p14:sldId id="283"/>
            <p14:sldId id="284"/>
            <p14:sldId id="285"/>
            <p14:sldId id="286"/>
            <p14:sldId id="287"/>
            <p14:sldId id="288"/>
            <p14:sldId id="289"/>
            <p14:sldId id="298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Demos" id="{CBA3C869-0733-4B1F-867D-25617B66C2B3}">
          <p14:sldIdLst>
            <p14:sldId id="314"/>
            <p14:sldId id="339"/>
            <p14:sldId id="315"/>
          </p14:sldIdLst>
        </p14:section>
        <p14:section name="Timelines / Maps" id="{A876EF02-F329-4AF6-B68D-3EEC251F32ED}">
          <p14:sldIdLst>
            <p14:sldId id="273"/>
            <p14:sldId id="274"/>
            <p14:sldId id="275"/>
            <p14:sldId id="312"/>
            <p14:sldId id="313"/>
          </p14:sldIdLst>
        </p14:section>
        <p14:section name="Close" id="{A1B6F5CD-3046-4283-A85E-22A0D237C19B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userDrawn="1">
          <p15:clr>
            <a:srgbClr val="E89EFF"/>
          </p15:clr>
        </p15:guide>
        <p15:guide id="2" pos="23040" userDrawn="1">
          <p15:clr>
            <a:srgbClr val="E89EFF"/>
          </p15:clr>
        </p15:guide>
        <p15:guide id="3" pos="576" userDrawn="1">
          <p15:clr>
            <a:srgbClr val="E89EFF"/>
          </p15:clr>
        </p15:guide>
        <p15:guide id="4" pos="22464" userDrawn="1">
          <p15:clr>
            <a:srgbClr val="E89EFF"/>
          </p15:clr>
        </p15:guide>
        <p15:guide id="5" orient="horz" userDrawn="1">
          <p15:clr>
            <a:srgbClr val="E89EFF"/>
          </p15:clr>
        </p15:guide>
        <p15:guide id="6" orient="horz" pos="12960" userDrawn="1">
          <p15:clr>
            <a:srgbClr val="E89EFF"/>
          </p15:clr>
        </p15:guide>
        <p15:guide id="7" orient="horz" pos="576" userDrawn="1">
          <p15:clr>
            <a:srgbClr val="E89EFF"/>
          </p15:clr>
        </p15:guide>
        <p15:guide id="8" orient="horz" pos="12384" userDrawn="1">
          <p15:clr>
            <a:srgbClr val="E89EFF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DFCC83-3E81-21FA-A956-02F202B4A25D}" name="Ashley Piersons" initials="AP" userId="S::apiersons@nvidia.com::ed6063d9-7721-4b59-a04e-d5ea60483c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FFFFFF"/>
    <a:srgbClr val="68A300"/>
    <a:srgbClr val="A4C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623" autoAdjust="0"/>
    <p:restoredTop sz="92647" autoAdjust="0"/>
  </p:normalViewPr>
  <p:slideViewPr>
    <p:cSldViewPr snapToGrid="0" showGuides="1">
      <p:cViewPr varScale="1">
        <p:scale>
          <a:sx n="30" d="100"/>
          <a:sy n="30" d="100"/>
        </p:scale>
        <p:origin x="174" y="480"/>
      </p:cViewPr>
      <p:guideLst>
        <p:guide/>
        <p:guide pos="23040"/>
        <p:guide pos="576"/>
        <p:guide pos="22464"/>
        <p:guide orient="horz"/>
        <p:guide orient="horz" pos="12960"/>
        <p:guide orient="horz" pos="576"/>
        <p:guide orient="horz" pos="12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115" d="100"/>
          <a:sy n="115" d="100"/>
        </p:scale>
        <p:origin x="4380" y="1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24" Type="http://schemas.openxmlformats.org/officeDocument/2006/relationships/slide" Target="slides/slide23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handoutMaster" Target="handoutMasters/handoutMaster1.xml"/><Relationship Id="rId62" Type="http://schemas.openxmlformats.org/officeDocument/2006/relationships/font" Target="fonts/font1.fntdata"/><Relationship Id="rId63" Type="http://schemas.openxmlformats.org/officeDocument/2006/relationships/font" Target="fonts/font2.fntdata"/><Relationship Id="rId64" Type="http://schemas.openxmlformats.org/officeDocument/2006/relationships/font" Target="fonts/font3.fntdata"/><Relationship Id="rId65" Type="http://schemas.openxmlformats.org/officeDocument/2006/relationships/font" Target="fonts/font4.fntdata"/><Relationship Id="rId66" Type="http://schemas.openxmlformats.org/officeDocument/2006/relationships/font" Target="fonts/font5.fntdata"/><Relationship Id="rId67" Type="http://schemas.openxmlformats.org/officeDocument/2006/relationships/font" Target="fonts/font6.fntdata"/><Relationship Id="rId68" Type="http://schemas.openxmlformats.org/officeDocument/2006/relationships/font" Target="fonts/font7.fntdata"/><Relationship Id="rId69" Type="http://schemas.openxmlformats.org/officeDocument/2006/relationships/font" Target="fonts/font8.fntdata"/><Relationship Id="rId70" Type="http://schemas.openxmlformats.org/officeDocument/2006/relationships/font" Target="fonts/font9.fntdata"/><Relationship Id="rId71" Type="http://schemas.openxmlformats.org/officeDocument/2006/relationships/font" Target="fonts/font10.fntdata"/><Relationship Id="rId72" Type="http://schemas.openxmlformats.org/officeDocument/2006/relationships/font" Target="fonts/font11.fntdata"/><Relationship Id="rId73" Type="http://schemas.openxmlformats.org/officeDocument/2006/relationships/font" Target="fonts/font12.fntdata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Relationship Id="rId78" Type="http://schemas.microsoft.com/office/2018/10/relationships/authors" Target="authors.xml"/><Relationship Id="rId79" Type="http://schemas.openxmlformats.org/officeDocument/2006/relationships/customXml" Target="../customXml/item1.xml"/><Relationship Id="rId80" Type="http://schemas.openxmlformats.org/officeDocument/2006/relationships/customXml" Target="../customXml/item2.xml"/><Relationship Id="rId81" Type="http://schemas.openxmlformats.org/officeDocument/2006/relationships/customXml" Target="../customXml/item3.xml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9726849311427098E-2"/>
          <c:y val="4.025865729268216E-2"/>
          <c:w val="0.88917638972485569"/>
          <c:h val="0.726986386054397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Commits</c:v>
                </c:pt>
              </c:strCache>
            </c:strRef>
          </c:tx>
          <c:spPr>
            <a:solidFill>
              <a:srgbClr val="76B900"/>
            </a:solidFill>
            <a:ln w="63500" cap="rnd">
              <a:solidFill>
                <a:srgbClr val="76B900"/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2026-04-15</c:v>
                </c:pt>
                <c:pt idx="1">
                  <c:v>2026-04-17</c:v>
                </c:pt>
                <c:pt idx="2">
                  <c:v>2026-04-28</c:v>
                </c:pt>
                <c:pt idx="3">
                  <c:v>2026-04-29</c:v>
                </c:pt>
                <c:pt idx="4">
                  <c:v>2026-05-09</c:v>
                </c:pt>
                <c:pt idx="5">
                  <c:v>2026-05-11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6</c:v>
                </c:pt>
                <c:pt idx="2">
                  <c:v>7</c:v>
                </c:pt>
                <c:pt idx="3">
                  <c:v>9</c:v>
                </c:pt>
                <c:pt idx="4">
                  <c:v>12</c:v>
                </c:pt>
                <c:pt idx="5">
                  <c:v>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D028-438E-8DA1-85F751B3F3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8380944"/>
        <c:axId val="488380464"/>
      </c:lineChart>
      <c:catAx>
        <c:axId val="4883809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600" b="0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accent6"/>
                    </a:solidFill>
                  </a:rPr>
                  <a:t>Frames Per Second (FPS)</a:t>
                </a:r>
              </a:p>
            </c:rich>
          </c:tx>
          <c:layout>
            <c:manualLayout>
              <c:xMode val="edge"/>
              <c:yMode val="edge"/>
              <c:x val="0.43250092644227006"/>
              <c:y val="0.8631534724280577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6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38100" cap="flat" cmpd="sng" algn="ctr">
            <a:solidFill>
              <a:schemeClr val="accent6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8380464"/>
        <c:crosses val="autoZero"/>
        <c:auto val="1"/>
        <c:lblAlgn val="ctr"/>
        <c:lblOffset val="100"/>
        <c:noMultiLvlLbl val="0"/>
      </c:catAx>
      <c:valAx>
        <c:axId val="488380464"/>
        <c:scaling>
          <c:orientation val="minMax"/>
          <c:max val="16.0"/>
          <c:min val="0.0"/>
        </c:scaling>
        <c:delete val="0"/>
        <c:axPos val="l"/>
        <c:majorGridlines>
          <c:spPr>
            <a:ln w="12700" cap="flat" cmpd="sng" algn="ctr">
              <a:solidFill>
                <a:schemeClr val="accent6">
                  <a:alpha val="5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600" b="0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accent6"/>
                    </a:solidFill>
                  </a:rPr>
                  <a:t>Frames Per Second (FPS)</a:t>
                </a:r>
              </a:p>
            </c:rich>
          </c:tx>
          <c:layout>
            <c:manualLayout>
              <c:xMode val="edge"/>
              <c:yMode val="edge"/>
              <c:x val="3.0317628559156989E-3"/>
              <c:y val="0.191031667445427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600" b="0" i="0" u="none" strike="noStrike" kern="1200" baseline="0">
                  <a:solidFill>
                    <a:schemeClr val="accent6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88380944"/>
        <c:crosses val="autoZero"/>
        <c:crossBetween val="between"/>
        <c:majorUnit val="2.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6903190653104181"/>
          <c:y val="0.94508993904403515"/>
          <c:w val="0.52765734659788643"/>
          <c:h val="5.4910060955964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600"/>
      </a:pPr>
      <a:endParaRPr lang="en-US"/>
    </a:p>
  </c:txPr>
  <c:externalData r:id="rId3">
    <c:autoUpdate val="0"/>
  </c:externalData>
</c:chartSpac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7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6D52E6-A280-0EB1-7695-16D5111302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174" y="8697011"/>
            <a:ext cx="1019352" cy="35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0324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7.pn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	Second level</a:t>
            </a:r>
          </a:p>
          <a:p>
            <a:pPr lvl="0"/>
            <a:r>
              <a:rPr lang="en-US" dirty="0"/>
              <a:t>		Third level</a:t>
            </a:r>
          </a:p>
          <a:p>
            <a:pPr lvl="0"/>
            <a:r>
              <a:rPr lang="en-US" dirty="0"/>
              <a:t>			Fourth level</a:t>
            </a:r>
          </a:p>
          <a:p>
            <a:pPr lvl="0"/>
            <a:r>
              <a:rPr lang="en-US" dirty="0"/>
              <a:t>				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28458B-708F-5BA6-F1E0-71698020D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2174" y="8697011"/>
            <a:ext cx="1019352" cy="35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714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13716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27432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41148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5486400" indent="-457200" algn="l" defTabSz="18288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68580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82296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96012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10972800" algn="l" defTabSz="27432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2793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V Cover">
            <a:extLst>
              <a:ext uri="{FF2B5EF4-FFF2-40B4-BE49-F238E27FC236}">
                <a16:creationId xmlns:a16="http://schemas.microsoft.com/office/drawing/2014/main" id="{1159C106-99AA-D6FE-4680-F5FA37DEFB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6" name="Gradient">
            <a:extLst>
              <a:ext uri="{FF2B5EF4-FFF2-40B4-BE49-F238E27FC236}">
                <a16:creationId xmlns:a16="http://schemas.microsoft.com/office/drawing/2014/main" id="{AB8E17C0-2F94-AA60-3059-BB1990DAB0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9659600" cy="20574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732FCE6-27DF-71BF-764C-6A33A1DC24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28800" y="16919165"/>
            <a:ext cx="16459200" cy="1828800"/>
          </a:xfrm>
          <a:prstGeom prst="rect">
            <a:avLst/>
          </a:prstGeom>
        </p:spPr>
        <p:txBody>
          <a:bodyPr lIns="0" tIns="45720" rIns="0" bIns="45720"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000" baseline="0">
                <a:latin typeface="+mn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Event Details  |  Date</a:t>
            </a: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B6A7270C-E57A-891D-68FA-E278EDAFD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8800" y="16002000"/>
            <a:ext cx="16459200" cy="729430"/>
          </a:xfrm>
          <a:prstGeom prst="rect">
            <a:avLst/>
          </a:prstGeom>
        </p:spPr>
        <p:txBody>
          <a:bodyPr lIns="0" tIns="45720" rIns="0" bIns="4572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600" baseline="0">
                <a:latin typeface="+mn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Click to edit speaker name</a:t>
            </a:r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1B05952E-BEBB-3131-39CE-8BE18E92B6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37360" y="6858000"/>
            <a:ext cx="16459200" cy="8402300"/>
          </a:xfrm>
          <a:prstGeom prst="rect">
            <a:avLst/>
          </a:prstGeom>
        </p:spPr>
        <p:txBody>
          <a:bodyPr lIns="0" tIns="45720" rIns="0" bIns="45720" anchor="b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2000" baseline="0">
                <a:latin typeface="+mj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17" name="Logo Text">
            <a:extLst>
              <a:ext uri="{FF2B5EF4-FFF2-40B4-BE49-F238E27FC236}">
                <a16:creationId xmlns:a16="http://schemas.microsoft.com/office/drawing/2014/main" id="{EDAA1242-21FF-D853-07AB-7B5BC2BE0B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658247" y="3129472"/>
            <a:ext cx="3646099" cy="683416"/>
          </a:xfrm>
          <a:custGeom>
            <a:avLst/>
            <a:gdLst>
              <a:gd name="csX0" fmla="*/ 1516265 w 3646099"/>
              <a:gd name="csY0" fmla="*/ 925 h 683416"/>
              <a:gd name="csX1" fmla="*/ 1516333 w 3646099"/>
              <a:gd name="csY1" fmla="*/ 683417 h 683416"/>
              <a:gd name="csX2" fmla="*/ 1709085 w 3646099"/>
              <a:gd name="csY2" fmla="*/ 683417 h 683416"/>
              <a:gd name="csX3" fmla="*/ 1709085 w 3646099"/>
              <a:gd name="csY3" fmla="*/ 939 h 683416"/>
              <a:gd name="csX4" fmla="*/ 1516265 w 3646099"/>
              <a:gd name="csY4" fmla="*/ 925 h 683416"/>
              <a:gd name="csX5" fmla="*/ 0 w 3646099"/>
              <a:gd name="csY5" fmla="*/ 0 h 683416"/>
              <a:gd name="csX6" fmla="*/ 0 w 3646099"/>
              <a:gd name="csY6" fmla="*/ 683417 h 683416"/>
              <a:gd name="csX7" fmla="*/ 194448 w 3646099"/>
              <a:gd name="csY7" fmla="*/ 683417 h 683416"/>
              <a:gd name="csX8" fmla="*/ 194448 w 3646099"/>
              <a:gd name="csY8" fmla="*/ 164488 h 683416"/>
              <a:gd name="csX9" fmla="*/ 345097 w 3646099"/>
              <a:gd name="csY9" fmla="*/ 164540 h 683416"/>
              <a:gd name="csX10" fmla="*/ 454594 w 3646099"/>
              <a:gd name="csY10" fmla="*/ 202617 h 683416"/>
              <a:gd name="csX11" fmla="*/ 497534 w 3646099"/>
              <a:gd name="csY11" fmla="*/ 383324 h 683416"/>
              <a:gd name="csX12" fmla="*/ 497534 w 3646099"/>
              <a:gd name="csY12" fmla="*/ 683417 h 683416"/>
              <a:gd name="csX13" fmla="*/ 685919 w 3646099"/>
              <a:gd name="csY13" fmla="*/ 683383 h 683416"/>
              <a:gd name="csX14" fmla="*/ 685941 w 3646099"/>
              <a:gd name="csY14" fmla="*/ 305832 h 683416"/>
              <a:gd name="csX15" fmla="*/ 346115 w 3646099"/>
              <a:gd name="csY15" fmla="*/ 0 h 683416"/>
              <a:gd name="csX16" fmla="*/ 0 w 3646099"/>
              <a:gd name="csY16" fmla="*/ 0 h 683416"/>
              <a:gd name="csX17" fmla="*/ 1826613 w 3646099"/>
              <a:gd name="csY17" fmla="*/ 950 h 683416"/>
              <a:gd name="csX18" fmla="*/ 1826613 w 3646099"/>
              <a:gd name="csY18" fmla="*/ 683417 h 683416"/>
              <a:gd name="csX19" fmla="*/ 2139246 w 3646099"/>
              <a:gd name="csY19" fmla="*/ 683417 h 683416"/>
              <a:gd name="csX20" fmla="*/ 2418984 w 3646099"/>
              <a:gd name="csY20" fmla="*/ 593604 h 683416"/>
              <a:gd name="csX21" fmla="*/ 2487398 w 3646099"/>
              <a:gd name="csY21" fmla="*/ 349685 h 683416"/>
              <a:gd name="csX22" fmla="*/ 2425002 w 3646099"/>
              <a:gd name="csY22" fmla="*/ 114882 h 683416"/>
              <a:gd name="csX23" fmla="*/ 2097144 w 3646099"/>
              <a:gd name="csY23" fmla="*/ 950 h 683416"/>
              <a:gd name="csX24" fmla="*/ 1826613 w 3646099"/>
              <a:gd name="csY24" fmla="*/ 950 h 683416"/>
              <a:gd name="csX25" fmla="*/ 2017826 w 3646099"/>
              <a:gd name="csY25" fmla="*/ 149552 h 683416"/>
              <a:gd name="csX26" fmla="*/ 2100696 w 3646099"/>
              <a:gd name="csY26" fmla="*/ 149552 h 683416"/>
              <a:gd name="csX27" fmla="*/ 2298673 w 3646099"/>
              <a:gd name="csY27" fmla="*/ 343634 h 683416"/>
              <a:gd name="csX28" fmla="*/ 2100696 w 3646099"/>
              <a:gd name="csY28" fmla="*/ 537749 h 683416"/>
              <a:gd name="csX29" fmla="*/ 2017826 w 3646099"/>
              <a:gd name="csY29" fmla="*/ 537749 h 683416"/>
              <a:gd name="csX30" fmla="*/ 2017826 w 3646099"/>
              <a:gd name="csY30" fmla="*/ 149552 h 683416"/>
              <a:gd name="csX31" fmla="*/ 1238360 w 3646099"/>
              <a:gd name="csY31" fmla="*/ 950 h 683416"/>
              <a:gd name="csX32" fmla="*/ 1077507 w 3646099"/>
              <a:gd name="csY32" fmla="*/ 541844 h 683416"/>
              <a:gd name="csX33" fmla="*/ 923351 w 3646099"/>
              <a:gd name="csY33" fmla="*/ 984 h 683416"/>
              <a:gd name="csX34" fmla="*/ 715284 w 3646099"/>
              <a:gd name="csY34" fmla="*/ 950 h 683416"/>
              <a:gd name="csX35" fmla="*/ 935432 w 3646099"/>
              <a:gd name="csY35" fmla="*/ 683417 h 683416"/>
              <a:gd name="csX36" fmla="*/ 1213225 w 3646099"/>
              <a:gd name="csY36" fmla="*/ 683417 h 683416"/>
              <a:gd name="csX37" fmla="*/ 1435093 w 3646099"/>
              <a:gd name="csY37" fmla="*/ 950 h 683416"/>
              <a:gd name="csX38" fmla="*/ 1238360 w 3646099"/>
              <a:gd name="csY38" fmla="*/ 950 h 683416"/>
              <a:gd name="csX39" fmla="*/ 2577077 w 3646099"/>
              <a:gd name="csY39" fmla="*/ 683417 h 683416"/>
              <a:gd name="csX40" fmla="*/ 2769851 w 3646099"/>
              <a:gd name="csY40" fmla="*/ 683417 h 683416"/>
              <a:gd name="csX41" fmla="*/ 2769851 w 3646099"/>
              <a:gd name="csY41" fmla="*/ 984 h 683416"/>
              <a:gd name="csX42" fmla="*/ 2577031 w 3646099"/>
              <a:gd name="csY42" fmla="*/ 950 h 683416"/>
              <a:gd name="csX43" fmla="*/ 2577077 w 3646099"/>
              <a:gd name="csY43" fmla="*/ 683417 h 683416"/>
              <a:gd name="csX44" fmla="*/ 3117414 w 3646099"/>
              <a:gd name="csY44" fmla="*/ 1195 h 683416"/>
              <a:gd name="csX45" fmla="*/ 2848263 w 3646099"/>
              <a:gd name="csY45" fmla="*/ 683181 h 683416"/>
              <a:gd name="csX46" fmla="*/ 3038323 w 3646099"/>
              <a:gd name="csY46" fmla="*/ 683181 h 683416"/>
              <a:gd name="csX47" fmla="*/ 3080900 w 3646099"/>
              <a:gd name="csY47" fmla="*/ 562642 h 683416"/>
              <a:gd name="csX48" fmla="*/ 3399437 w 3646099"/>
              <a:gd name="csY48" fmla="*/ 562642 h 683416"/>
              <a:gd name="csX49" fmla="*/ 3439752 w 3646099"/>
              <a:gd name="csY49" fmla="*/ 683181 h 683416"/>
              <a:gd name="csX50" fmla="*/ 3646100 w 3646099"/>
              <a:gd name="csY50" fmla="*/ 683181 h 683416"/>
              <a:gd name="csX51" fmla="*/ 3374891 w 3646099"/>
              <a:gd name="csY51" fmla="*/ 1138 h 683416"/>
              <a:gd name="csX52" fmla="*/ 3117414 w 3646099"/>
              <a:gd name="csY52" fmla="*/ 1195 h 683416"/>
              <a:gd name="csX53" fmla="*/ 3242544 w 3646099"/>
              <a:gd name="csY53" fmla="*/ 125616 h 683416"/>
              <a:gd name="csX54" fmla="*/ 3359303 w 3646099"/>
              <a:gd name="csY54" fmla="*/ 445115 h 683416"/>
              <a:gd name="csX55" fmla="*/ 3122097 w 3646099"/>
              <a:gd name="csY55" fmla="*/ 445115 h 683416"/>
              <a:gd name="csX56" fmla="*/ 3242544 w 3646099"/>
              <a:gd name="csY56" fmla="*/ 125616 h 683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3646099" h="683416">
                <a:moveTo>
                  <a:pt x="1516265" y="925"/>
                </a:moveTo>
                <a:lnTo>
                  <a:pt x="1516333" y="683417"/>
                </a:lnTo>
                <a:lnTo>
                  <a:pt x="1709085" y="683417"/>
                </a:lnTo>
                <a:lnTo>
                  <a:pt x="1709085" y="939"/>
                </a:lnTo>
                <a:lnTo>
                  <a:pt x="1516265" y="925"/>
                </a:lnTo>
                <a:close/>
                <a:moveTo>
                  <a:pt x="0" y="0"/>
                </a:moveTo>
                <a:lnTo>
                  <a:pt x="0" y="683417"/>
                </a:lnTo>
                <a:lnTo>
                  <a:pt x="194448" y="683417"/>
                </a:lnTo>
                <a:lnTo>
                  <a:pt x="194448" y="164488"/>
                </a:lnTo>
                <a:lnTo>
                  <a:pt x="345097" y="164540"/>
                </a:lnTo>
                <a:cubicBezTo>
                  <a:pt x="395005" y="164540"/>
                  <a:pt x="430546" y="176958"/>
                  <a:pt x="454594" y="202617"/>
                </a:cubicBezTo>
                <a:cubicBezTo>
                  <a:pt x="485091" y="235107"/>
                  <a:pt x="497534" y="287478"/>
                  <a:pt x="497534" y="383324"/>
                </a:cubicBezTo>
                <a:lnTo>
                  <a:pt x="497534" y="683417"/>
                </a:lnTo>
                <a:lnTo>
                  <a:pt x="685919" y="683383"/>
                </a:lnTo>
                <a:lnTo>
                  <a:pt x="685941" y="305832"/>
                </a:lnTo>
                <a:cubicBezTo>
                  <a:pt x="685941" y="36340"/>
                  <a:pt x="514162" y="0"/>
                  <a:pt x="346115" y="0"/>
                </a:cubicBezTo>
                <a:lnTo>
                  <a:pt x="0" y="0"/>
                </a:lnTo>
                <a:moveTo>
                  <a:pt x="1826613" y="950"/>
                </a:moveTo>
                <a:lnTo>
                  <a:pt x="1826613" y="683417"/>
                </a:lnTo>
                <a:lnTo>
                  <a:pt x="2139246" y="683417"/>
                </a:lnTo>
                <a:cubicBezTo>
                  <a:pt x="2305822" y="683417"/>
                  <a:pt x="2360186" y="655714"/>
                  <a:pt x="2418984" y="593604"/>
                </a:cubicBezTo>
                <a:cubicBezTo>
                  <a:pt x="2460543" y="550002"/>
                  <a:pt x="2487398" y="454287"/>
                  <a:pt x="2487398" y="349685"/>
                </a:cubicBezTo>
                <a:cubicBezTo>
                  <a:pt x="2487398" y="253758"/>
                  <a:pt x="2464661" y="168176"/>
                  <a:pt x="2425002" y="114882"/>
                </a:cubicBezTo>
                <a:cubicBezTo>
                  <a:pt x="2353603" y="19578"/>
                  <a:pt x="2250711" y="950"/>
                  <a:pt x="2097144" y="950"/>
                </a:cubicBezTo>
                <a:lnTo>
                  <a:pt x="1826613" y="950"/>
                </a:lnTo>
                <a:close/>
                <a:moveTo>
                  <a:pt x="2017826" y="149552"/>
                </a:moveTo>
                <a:lnTo>
                  <a:pt x="2100696" y="149552"/>
                </a:lnTo>
                <a:cubicBezTo>
                  <a:pt x="2220916" y="149552"/>
                  <a:pt x="2298673" y="203545"/>
                  <a:pt x="2298673" y="343634"/>
                </a:cubicBezTo>
                <a:cubicBezTo>
                  <a:pt x="2298673" y="483758"/>
                  <a:pt x="2220916" y="537749"/>
                  <a:pt x="2100696" y="537749"/>
                </a:cubicBezTo>
                <a:lnTo>
                  <a:pt x="2017826" y="537749"/>
                </a:lnTo>
                <a:lnTo>
                  <a:pt x="2017826" y="149552"/>
                </a:lnTo>
                <a:close/>
                <a:moveTo>
                  <a:pt x="1238360" y="950"/>
                </a:moveTo>
                <a:lnTo>
                  <a:pt x="1077507" y="541844"/>
                </a:lnTo>
                <a:lnTo>
                  <a:pt x="923351" y="984"/>
                </a:lnTo>
                <a:lnTo>
                  <a:pt x="715284" y="950"/>
                </a:lnTo>
                <a:lnTo>
                  <a:pt x="935432" y="683417"/>
                </a:lnTo>
                <a:lnTo>
                  <a:pt x="1213225" y="683417"/>
                </a:lnTo>
                <a:lnTo>
                  <a:pt x="1435093" y="950"/>
                </a:lnTo>
                <a:lnTo>
                  <a:pt x="1238360" y="950"/>
                </a:lnTo>
                <a:close/>
                <a:moveTo>
                  <a:pt x="2577077" y="683417"/>
                </a:moveTo>
                <a:lnTo>
                  <a:pt x="2769851" y="683417"/>
                </a:lnTo>
                <a:lnTo>
                  <a:pt x="2769851" y="984"/>
                </a:lnTo>
                <a:lnTo>
                  <a:pt x="2577031" y="950"/>
                </a:lnTo>
                <a:lnTo>
                  <a:pt x="2577077" y="683417"/>
                </a:lnTo>
                <a:close/>
                <a:moveTo>
                  <a:pt x="3117414" y="1195"/>
                </a:moveTo>
                <a:lnTo>
                  <a:pt x="2848263" y="683181"/>
                </a:lnTo>
                <a:lnTo>
                  <a:pt x="3038323" y="683181"/>
                </a:lnTo>
                <a:lnTo>
                  <a:pt x="3080900" y="562642"/>
                </a:lnTo>
                <a:lnTo>
                  <a:pt x="3399437" y="562642"/>
                </a:lnTo>
                <a:lnTo>
                  <a:pt x="3439752" y="683181"/>
                </a:lnTo>
                <a:lnTo>
                  <a:pt x="3646100" y="683181"/>
                </a:lnTo>
                <a:lnTo>
                  <a:pt x="3374891" y="1138"/>
                </a:lnTo>
                <a:lnTo>
                  <a:pt x="3117414" y="1195"/>
                </a:lnTo>
                <a:close/>
                <a:moveTo>
                  <a:pt x="3242544" y="125616"/>
                </a:moveTo>
                <a:lnTo>
                  <a:pt x="3359303" y="445115"/>
                </a:lnTo>
                <a:lnTo>
                  <a:pt x="3122097" y="445115"/>
                </a:lnTo>
                <a:lnTo>
                  <a:pt x="3242544" y="125616"/>
                </a:lnTo>
                <a:close/>
              </a:path>
            </a:pathLst>
          </a:custGeom>
          <a:solidFill>
            <a:schemeClr val="tx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" name="Logo Eye">
            <a:extLst>
              <a:ext uri="{FF2B5EF4-FFF2-40B4-BE49-F238E27FC236}">
                <a16:creationId xmlns:a16="http://schemas.microsoft.com/office/drawing/2014/main" id="{7397046C-7F78-E4D8-0656-B1D73F72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8916" y="2933922"/>
            <a:ext cx="1571299" cy="1039766"/>
          </a:xfrm>
          <a:custGeom>
            <a:avLst/>
            <a:gdLst>
              <a:gd name="csX0" fmla="*/ 586272 w 1571299"/>
              <a:gd name="csY0" fmla="*/ 310255 h 1039766"/>
              <a:gd name="csX1" fmla="*/ 586272 w 1571299"/>
              <a:gd name="csY1" fmla="*/ 216336 h 1039766"/>
              <a:gd name="csX2" fmla="*/ 613986 w 1571299"/>
              <a:gd name="csY2" fmla="*/ 214906 h 1039766"/>
              <a:gd name="csX3" fmla="*/ 1039387 w 1571299"/>
              <a:gd name="csY3" fmla="*/ 435625 h 1039766"/>
              <a:gd name="csX4" fmla="*/ 662214 w 1571299"/>
              <a:gd name="csY4" fmla="*/ 688437 h 1039766"/>
              <a:gd name="csX5" fmla="*/ 586272 w 1571299"/>
              <a:gd name="csY5" fmla="*/ 676295 h 1039766"/>
              <a:gd name="csX6" fmla="*/ 586272 w 1571299"/>
              <a:gd name="csY6" fmla="*/ 391493 h 1039766"/>
              <a:gd name="csX7" fmla="*/ 766519 w 1571299"/>
              <a:gd name="csY7" fmla="*/ 547959 h 1039766"/>
              <a:gd name="csX8" fmla="*/ 900233 w 1571299"/>
              <a:gd name="csY8" fmla="*/ 435218 h 1039766"/>
              <a:gd name="csX9" fmla="*/ 638088 w 1571299"/>
              <a:gd name="csY9" fmla="*/ 307199 h 1039766"/>
              <a:gd name="csX10" fmla="*/ 586272 w 1571299"/>
              <a:gd name="csY10" fmla="*/ 310255 h 1039766"/>
              <a:gd name="csX11" fmla="*/ 586272 w 1571299"/>
              <a:gd name="csY11" fmla="*/ 0 h 1039766"/>
              <a:gd name="csX12" fmla="*/ 586272 w 1571299"/>
              <a:gd name="csY12" fmla="*/ 140292 h 1039766"/>
              <a:gd name="csX13" fmla="*/ 613986 w 1571299"/>
              <a:gd name="csY13" fmla="*/ 138641 h 1039766"/>
              <a:gd name="csX14" fmla="*/ 1203938 w 1571299"/>
              <a:gd name="csY14" fmla="*/ 431607 h 1039766"/>
              <a:gd name="csX15" fmla="*/ 658135 w 1571299"/>
              <a:gd name="csY15" fmla="*/ 756667 h 1039766"/>
              <a:gd name="csX16" fmla="*/ 586272 w 1571299"/>
              <a:gd name="csY16" fmla="*/ 750337 h 1039766"/>
              <a:gd name="csX17" fmla="*/ 586272 w 1571299"/>
              <a:gd name="csY17" fmla="*/ 837054 h 1039766"/>
              <a:gd name="csX18" fmla="*/ 646115 w 1571299"/>
              <a:gd name="csY18" fmla="*/ 840930 h 1039766"/>
              <a:gd name="csX19" fmla="*/ 1274186 w 1571299"/>
              <a:gd name="csY19" fmla="*/ 551943 h 1039766"/>
              <a:gd name="csX20" fmla="*/ 1452784 w 1571299"/>
              <a:gd name="csY20" fmla="*/ 660332 h 1039766"/>
              <a:gd name="csX21" fmla="*/ 650099 w 1571299"/>
              <a:gd name="csY21" fmla="*/ 921211 h 1039766"/>
              <a:gd name="csX22" fmla="*/ 586272 w 1571299"/>
              <a:gd name="csY22" fmla="*/ 917897 h 1039766"/>
              <a:gd name="csX23" fmla="*/ 586272 w 1571299"/>
              <a:gd name="csY23" fmla="*/ 1039767 h 1039766"/>
              <a:gd name="csX24" fmla="*/ 1571299 w 1571299"/>
              <a:gd name="csY24" fmla="*/ 1039767 h 1039766"/>
              <a:gd name="csX25" fmla="*/ 1571299 w 1571299"/>
              <a:gd name="csY25" fmla="*/ 0 h 1039766"/>
              <a:gd name="csX26" fmla="*/ 586272 w 1571299"/>
              <a:gd name="csY26" fmla="*/ 0 h 1039766"/>
              <a:gd name="csX27" fmla="*/ 586272 w 1571299"/>
              <a:gd name="csY27" fmla="*/ 676295 h 1039766"/>
              <a:gd name="csX28" fmla="*/ 586272 w 1571299"/>
              <a:gd name="csY28" fmla="*/ 750337 h 1039766"/>
              <a:gd name="csX29" fmla="*/ 280044 w 1571299"/>
              <a:gd name="csY29" fmla="*/ 458434 h 1039766"/>
              <a:gd name="csX30" fmla="*/ 586272 w 1571299"/>
              <a:gd name="csY30" fmla="*/ 310255 h 1039766"/>
              <a:gd name="csX31" fmla="*/ 586272 w 1571299"/>
              <a:gd name="csY31" fmla="*/ 391493 h 1039766"/>
              <a:gd name="csX32" fmla="*/ 585899 w 1571299"/>
              <a:gd name="csY32" fmla="*/ 391453 h 1039766"/>
              <a:gd name="csX33" fmla="*/ 407228 w 1571299"/>
              <a:gd name="csY33" fmla="*/ 473125 h 1039766"/>
              <a:gd name="csX34" fmla="*/ 586272 w 1571299"/>
              <a:gd name="csY34" fmla="*/ 676295 h 1039766"/>
              <a:gd name="csX35" fmla="*/ 160540 w 1571299"/>
              <a:gd name="csY35" fmla="*/ 447638 h 1039766"/>
              <a:gd name="csX36" fmla="*/ 586272 w 1571299"/>
              <a:gd name="csY36" fmla="*/ 216336 h 1039766"/>
              <a:gd name="csX37" fmla="*/ 586272 w 1571299"/>
              <a:gd name="csY37" fmla="*/ 140292 h 1039766"/>
              <a:gd name="csX38" fmla="*/ 0 w 1571299"/>
              <a:gd name="csY38" fmla="*/ 431607 h 1039766"/>
              <a:gd name="csX39" fmla="*/ 586272 w 1571299"/>
              <a:gd name="csY39" fmla="*/ 917897 h 1039766"/>
              <a:gd name="csX40" fmla="*/ 586272 w 1571299"/>
              <a:gd name="csY40" fmla="*/ 837054 h 1039766"/>
              <a:gd name="csX41" fmla="*/ 160540 w 1571299"/>
              <a:gd name="csY41" fmla="*/ 447638 h 1039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571299" h="1039766">
                <a:moveTo>
                  <a:pt x="586272" y="310255"/>
                </a:moveTo>
                <a:lnTo>
                  <a:pt x="586272" y="216336"/>
                </a:lnTo>
                <a:cubicBezTo>
                  <a:pt x="595389" y="215685"/>
                  <a:pt x="604599" y="215201"/>
                  <a:pt x="613986" y="214906"/>
                </a:cubicBezTo>
                <a:cubicBezTo>
                  <a:pt x="870863" y="206832"/>
                  <a:pt x="1039387" y="435625"/>
                  <a:pt x="1039387" y="435625"/>
                </a:cubicBezTo>
                <a:cubicBezTo>
                  <a:pt x="1039387" y="435625"/>
                  <a:pt x="857373" y="688437"/>
                  <a:pt x="662214" y="688437"/>
                </a:cubicBezTo>
                <a:cubicBezTo>
                  <a:pt x="634105" y="688437"/>
                  <a:pt x="608950" y="683905"/>
                  <a:pt x="586272" y="676295"/>
                </a:cubicBezTo>
                <a:lnTo>
                  <a:pt x="586272" y="391493"/>
                </a:lnTo>
                <a:cubicBezTo>
                  <a:pt x="686276" y="403572"/>
                  <a:pt x="706379" y="447744"/>
                  <a:pt x="766519" y="547959"/>
                </a:cubicBezTo>
                <a:lnTo>
                  <a:pt x="900233" y="435218"/>
                </a:lnTo>
                <a:cubicBezTo>
                  <a:pt x="900233" y="435218"/>
                  <a:pt x="802628" y="307199"/>
                  <a:pt x="638088" y="307199"/>
                </a:cubicBezTo>
                <a:cubicBezTo>
                  <a:pt x="620182" y="307199"/>
                  <a:pt x="603074" y="308466"/>
                  <a:pt x="586272" y="310255"/>
                </a:cubicBezTo>
                <a:moveTo>
                  <a:pt x="586272" y="0"/>
                </a:moveTo>
                <a:lnTo>
                  <a:pt x="586272" y="140292"/>
                </a:lnTo>
                <a:cubicBezTo>
                  <a:pt x="595491" y="139562"/>
                  <a:pt x="604724" y="138976"/>
                  <a:pt x="613986" y="138641"/>
                </a:cubicBezTo>
                <a:cubicBezTo>
                  <a:pt x="971213" y="126607"/>
                  <a:pt x="1203938" y="431607"/>
                  <a:pt x="1203938" y="431607"/>
                </a:cubicBezTo>
                <a:cubicBezTo>
                  <a:pt x="1203938" y="431607"/>
                  <a:pt x="936618" y="756667"/>
                  <a:pt x="658135" y="756667"/>
                </a:cubicBezTo>
                <a:cubicBezTo>
                  <a:pt x="632618" y="756667"/>
                  <a:pt x="608723" y="754309"/>
                  <a:pt x="586272" y="750337"/>
                </a:cubicBezTo>
                <a:lnTo>
                  <a:pt x="586272" y="837054"/>
                </a:lnTo>
                <a:cubicBezTo>
                  <a:pt x="605475" y="839496"/>
                  <a:pt x="625358" y="840930"/>
                  <a:pt x="646115" y="840930"/>
                </a:cubicBezTo>
                <a:cubicBezTo>
                  <a:pt x="905284" y="840930"/>
                  <a:pt x="1092697" y="708590"/>
                  <a:pt x="1274186" y="551943"/>
                </a:cubicBezTo>
                <a:cubicBezTo>
                  <a:pt x="1304255" y="576035"/>
                  <a:pt x="1427451" y="634643"/>
                  <a:pt x="1452784" y="660332"/>
                </a:cubicBezTo>
                <a:cubicBezTo>
                  <a:pt x="1280215" y="804782"/>
                  <a:pt x="878080" y="921211"/>
                  <a:pt x="650099" y="921211"/>
                </a:cubicBezTo>
                <a:cubicBezTo>
                  <a:pt x="628132" y="921211"/>
                  <a:pt x="607002" y="919883"/>
                  <a:pt x="586272" y="917897"/>
                </a:cubicBezTo>
                <a:lnTo>
                  <a:pt x="586272" y="1039767"/>
                </a:lnTo>
                <a:lnTo>
                  <a:pt x="1571299" y="1039767"/>
                </a:lnTo>
                <a:lnTo>
                  <a:pt x="1571299" y="0"/>
                </a:lnTo>
                <a:lnTo>
                  <a:pt x="586272" y="0"/>
                </a:lnTo>
                <a:close/>
                <a:moveTo>
                  <a:pt x="586272" y="676295"/>
                </a:moveTo>
                <a:lnTo>
                  <a:pt x="586272" y="750337"/>
                </a:lnTo>
                <a:cubicBezTo>
                  <a:pt x="346575" y="707601"/>
                  <a:pt x="280044" y="458434"/>
                  <a:pt x="280044" y="458434"/>
                </a:cubicBezTo>
                <a:cubicBezTo>
                  <a:pt x="280044" y="458434"/>
                  <a:pt x="395129" y="330919"/>
                  <a:pt x="586272" y="310255"/>
                </a:cubicBezTo>
                <a:lnTo>
                  <a:pt x="586272" y="391493"/>
                </a:lnTo>
                <a:cubicBezTo>
                  <a:pt x="586125" y="391493"/>
                  <a:pt x="586027" y="391453"/>
                  <a:pt x="585899" y="391453"/>
                </a:cubicBezTo>
                <a:cubicBezTo>
                  <a:pt x="485598" y="379406"/>
                  <a:pt x="407228" y="473125"/>
                  <a:pt x="407228" y="473125"/>
                </a:cubicBezTo>
                <a:cubicBezTo>
                  <a:pt x="407228" y="473125"/>
                  <a:pt x="451133" y="630890"/>
                  <a:pt x="586272" y="676295"/>
                </a:cubicBezTo>
                <a:moveTo>
                  <a:pt x="160540" y="447638"/>
                </a:moveTo>
                <a:cubicBezTo>
                  <a:pt x="160540" y="447638"/>
                  <a:pt x="302606" y="238009"/>
                  <a:pt x="586272" y="216336"/>
                </a:cubicBezTo>
                <a:lnTo>
                  <a:pt x="586272" y="140292"/>
                </a:lnTo>
                <a:cubicBezTo>
                  <a:pt x="272083" y="165508"/>
                  <a:pt x="0" y="431607"/>
                  <a:pt x="0" y="431607"/>
                </a:cubicBezTo>
                <a:cubicBezTo>
                  <a:pt x="0" y="431607"/>
                  <a:pt x="154093" y="877109"/>
                  <a:pt x="586272" y="917897"/>
                </a:cubicBezTo>
                <a:lnTo>
                  <a:pt x="586272" y="837054"/>
                </a:lnTo>
                <a:cubicBezTo>
                  <a:pt x="269128" y="797154"/>
                  <a:pt x="160540" y="447638"/>
                  <a:pt x="160540" y="447638"/>
                </a:cubicBezTo>
                <a:close/>
              </a:path>
            </a:pathLst>
          </a:custGeom>
          <a:solidFill>
            <a:schemeClr val="accent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57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V Agenda">
            <a:extLst>
              <a:ext uri="{FF2B5EF4-FFF2-40B4-BE49-F238E27FC236}">
                <a16:creationId xmlns:a16="http://schemas.microsoft.com/office/drawing/2014/main" id="{286A11D6-2655-138C-4E2C-CC95BD1E31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Gradient">
            <a:extLst>
              <a:ext uri="{FF2B5EF4-FFF2-40B4-BE49-F238E27FC236}">
                <a16:creationId xmlns:a16="http://schemas.microsoft.com/office/drawing/2014/main" id="{ED41CD6C-F985-BF6A-B16A-1E069AC121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4688800" cy="20574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5E6BF86-B8AE-0D7A-9EED-4667F43D1A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0" y="3200400"/>
            <a:ext cx="14173200" cy="14173200"/>
          </a:xfrm>
          <a:prstGeom prst="rect">
            <a:avLst/>
          </a:prstGeom>
        </p:spPr>
        <p:txBody>
          <a:bodyPr lIns="0" tIns="45720" rIns="0" bIns="45720" anchor="ctr">
            <a:noAutofit/>
          </a:bodyPr>
          <a:lstStyle>
            <a:lvl1pPr marL="0" indent="0">
              <a:lnSpc>
                <a:spcPct val="90000"/>
              </a:lnSpc>
              <a:spcBef>
                <a:spcPts val="3000"/>
              </a:spcBef>
              <a:spcAft>
                <a:spcPts val="3000"/>
              </a:spcAft>
              <a:buNone/>
              <a:defRPr sz="5400" kern="100" baseline="0">
                <a:latin typeface="+mn-lt"/>
              </a:defRPr>
            </a:lvl1pPr>
            <a:lvl2pPr>
              <a:buNone/>
              <a:defRPr sz="12000">
                <a:latin typeface="+mj-lt"/>
              </a:defRPr>
            </a:lvl2pPr>
            <a:lvl3pPr>
              <a:buNone/>
              <a:defRPr sz="12000">
                <a:latin typeface="+mj-lt"/>
              </a:defRPr>
            </a:lvl3pPr>
            <a:lvl4pPr>
              <a:buNone/>
              <a:defRPr sz="12000">
                <a:latin typeface="+mj-lt"/>
              </a:defRPr>
            </a:lvl4pPr>
            <a:lvl5pPr>
              <a:buNone/>
              <a:defRPr sz="12000">
                <a:latin typeface="+mj-lt"/>
              </a:defRPr>
            </a:lvl5pPr>
          </a:lstStyle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  <a:p>
            <a:pPr lvl="0"/>
            <a:r>
              <a:rPr lang="en-US" dirty="0"/>
              <a:t>Text goes here</a:t>
            </a:r>
          </a:p>
        </p:txBody>
      </p:sp>
      <p:sp>
        <p:nvSpPr>
          <p:cNvPr id="7" name="Agenda Title">
            <a:extLst>
              <a:ext uri="{FF2B5EF4-FFF2-40B4-BE49-F238E27FC236}">
                <a16:creationId xmlns:a16="http://schemas.microsoft.com/office/drawing/2014/main" id="{28EF0C95-765E-4725-72B9-B01FAF7A27C6}"/>
              </a:ext>
            </a:extLst>
          </p:cNvPr>
          <p:cNvSpPr txBox="1"/>
          <p:nvPr userDrawn="1"/>
        </p:nvSpPr>
        <p:spPr>
          <a:xfrm>
            <a:off x="1828800" y="9355604"/>
            <a:ext cx="5732660" cy="1938992"/>
          </a:xfrm>
          <a:prstGeom prst="rect">
            <a:avLst/>
          </a:prstGeom>
          <a:noFill/>
        </p:spPr>
        <p:txBody>
          <a:bodyPr wrap="none" lIns="0" rIns="0" rtlCol="0" anchor="ctr">
            <a:noAutofit/>
          </a:bodyPr>
          <a:lstStyle/>
          <a:p>
            <a:r>
              <a:rPr lang="en-US" sz="12000" kern="100" baseline="0" dirty="0">
                <a:latin typeface="+mj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724371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V Transition">
            <a:extLst>
              <a:ext uri="{FF2B5EF4-FFF2-40B4-BE49-F238E27FC236}">
                <a16:creationId xmlns:a16="http://schemas.microsoft.com/office/drawing/2014/main" id="{F0FDF11B-123E-E679-C0FA-F41F44F136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Text Placeholder">
            <a:extLst>
              <a:ext uri="{FF2B5EF4-FFF2-40B4-BE49-F238E27FC236}">
                <a16:creationId xmlns:a16="http://schemas.microsoft.com/office/drawing/2014/main" id="{AE985F00-3D1C-4B62-A80F-86E9A2D772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059400" y="2470666"/>
            <a:ext cx="16687800" cy="341632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None/>
              <a:defRPr sz="12000"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Transition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227305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V Quote">
            <a:extLst>
              <a:ext uri="{FF2B5EF4-FFF2-40B4-BE49-F238E27FC236}">
                <a16:creationId xmlns:a16="http://schemas.microsoft.com/office/drawing/2014/main" id="{C1489B41-1ACE-E5CA-AA75-542FCC9200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8" name="Gradient">
            <a:extLst>
              <a:ext uri="{FF2B5EF4-FFF2-40B4-BE49-F238E27FC236}">
                <a16:creationId xmlns:a16="http://schemas.microsoft.com/office/drawing/2014/main" id="{5902D4C3-9D78-F0C7-D1DE-4ED685302D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DEBA1E2-C4F3-9C5A-7504-F537799FE5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83680" y="15882170"/>
            <a:ext cx="23317200" cy="757130"/>
          </a:xfrm>
        </p:spPr>
        <p:txBody>
          <a:bodyPr>
            <a:noAutofit/>
          </a:bodyPr>
          <a:lstStyle>
            <a:lvl1pPr marL="1005840">
              <a:spcBef>
                <a:spcPts val="0"/>
              </a:spcBef>
              <a:spcAft>
                <a:spcPts val="0"/>
              </a:spcAft>
              <a:buNone/>
              <a:defRPr sz="4800" baseline="0">
                <a:latin typeface="+mn-lt"/>
              </a:defRPr>
            </a:lvl1pPr>
          </a:lstStyle>
          <a:p>
            <a:pPr lvl="0"/>
            <a:r>
              <a:rPr lang="en-US" dirty="0"/>
              <a:t>Name, Company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414548-19C6-5111-D0E3-F080E8B02C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3680" y="3962400"/>
            <a:ext cx="23317200" cy="10972800"/>
          </a:xfrm>
        </p:spPr>
        <p:txBody>
          <a:bodyPr anchor="t">
            <a:normAutofit/>
          </a:bodyPr>
          <a:lstStyle>
            <a:lvl1pPr marL="914400" indent="-685800" defTabSz="914400">
              <a:lnSpc>
                <a:spcPct val="100000"/>
              </a:lnSpc>
              <a:buSzPct val="100000"/>
              <a:buFont typeface="NVIDIA Sans" panose="020B0503020203020204" pitchFamily="34" charset="0"/>
              <a:buChar char="“"/>
              <a:defRPr sz="15000" kern="100" baseline="0">
                <a:latin typeface="+mn-lt"/>
              </a:defRPr>
            </a:lvl1pPr>
          </a:lstStyle>
          <a:p>
            <a:r>
              <a:rPr lang="en-US" dirty="0"/>
              <a:t>Quote placeholder.”</a:t>
            </a:r>
          </a:p>
        </p:txBody>
      </p:sp>
    </p:spTree>
    <p:extLst>
      <p:ext uri="{BB962C8B-B14F-4D97-AF65-F5344CB8AC3E}">
        <p14:creationId xmlns:p14="http://schemas.microsoft.com/office/powerpoint/2010/main" val="190287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V Speaker">
            <a:extLst>
              <a:ext uri="{FF2B5EF4-FFF2-40B4-BE49-F238E27FC236}">
                <a16:creationId xmlns:a16="http://schemas.microsoft.com/office/drawing/2014/main" id="{CFF18E61-3C4B-6028-6E3C-5A0C25F567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" y="0"/>
            <a:ext cx="36575996" cy="20573997"/>
          </a:xfrm>
          <a:prstGeom prst="rect">
            <a:avLst/>
          </a:prstGeom>
        </p:spPr>
      </p:pic>
      <p:sp>
        <p:nvSpPr>
          <p:cNvPr id="8" name="Gradient">
            <a:extLst>
              <a:ext uri="{FF2B5EF4-FFF2-40B4-BE49-F238E27FC236}">
                <a16:creationId xmlns:a16="http://schemas.microsoft.com/office/drawing/2014/main" id="{8000293E-AB43-EBF8-BC82-0C817228C41B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gradFill>
            <a:gsLst>
              <a:gs pos="15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Occupation Placeholder 3">
            <a:extLst>
              <a:ext uri="{FF2B5EF4-FFF2-40B4-BE49-F238E27FC236}">
                <a16:creationId xmlns:a16="http://schemas.microsoft.com/office/drawing/2014/main" id="{6E7133DD-AD70-32D2-727F-8AD9173137C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544800" y="17693639"/>
            <a:ext cx="6400800" cy="1097280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5" name="Name Placeholder 3">
            <a:extLst>
              <a:ext uri="{FF2B5EF4-FFF2-40B4-BE49-F238E27FC236}">
                <a16:creationId xmlns:a16="http://schemas.microsoft.com/office/drawing/2014/main" id="{D8873384-517E-CEA9-422E-A453E25275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544800" y="17145000"/>
            <a:ext cx="6400800" cy="548640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5" name="Picture Placeholder 3">
            <a:extLst>
              <a:ext uri="{FF2B5EF4-FFF2-40B4-BE49-F238E27FC236}">
                <a16:creationId xmlns:a16="http://schemas.microsoft.com/office/drawing/2014/main" id="{F0D2B920-68A1-0CA0-C0A2-13AC56C3C92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5544800" y="10515600"/>
            <a:ext cx="6400800" cy="6400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3" name="Occupation Placeholder 2">
            <a:extLst>
              <a:ext uri="{FF2B5EF4-FFF2-40B4-BE49-F238E27FC236}">
                <a16:creationId xmlns:a16="http://schemas.microsoft.com/office/drawing/2014/main" id="{9B2EDF7C-9BB4-AFFA-5263-F69DF29E19B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800" y="17693639"/>
            <a:ext cx="6400800" cy="1097280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4" name="Name Placeholder 2">
            <a:extLst>
              <a:ext uri="{FF2B5EF4-FFF2-40B4-BE49-F238E27FC236}">
                <a16:creationId xmlns:a16="http://schemas.microsoft.com/office/drawing/2014/main" id="{88D94481-05A0-9073-226B-969E0A0B4B1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86800" y="17145000"/>
            <a:ext cx="6400800" cy="548640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4" name="Picture Placeholder 2">
            <a:extLst>
              <a:ext uri="{FF2B5EF4-FFF2-40B4-BE49-F238E27FC236}">
                <a16:creationId xmlns:a16="http://schemas.microsoft.com/office/drawing/2014/main" id="{0317FBB6-94F6-D0BD-45D9-365BC52443F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686800" y="10515600"/>
            <a:ext cx="6400800" cy="6400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2" name="Occupation Placeholder 1">
            <a:extLst>
              <a:ext uri="{FF2B5EF4-FFF2-40B4-BE49-F238E27FC236}">
                <a16:creationId xmlns:a16="http://schemas.microsoft.com/office/drawing/2014/main" id="{EC483CCE-F7AB-8E42-1CF8-A00C76CD2CD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28800" y="17693639"/>
            <a:ext cx="6400800" cy="1097280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Job Title, Company</a:t>
            </a:r>
          </a:p>
        </p:txBody>
      </p:sp>
      <p:sp>
        <p:nvSpPr>
          <p:cNvPr id="3" name="Name Placeholder 1">
            <a:extLst>
              <a:ext uri="{FF2B5EF4-FFF2-40B4-BE49-F238E27FC236}">
                <a16:creationId xmlns:a16="http://schemas.microsoft.com/office/drawing/2014/main" id="{CAAEF093-E754-D1A2-4FBF-768B0E6DFA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28800" y="17145000"/>
            <a:ext cx="6400800" cy="548640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3" name="Picture Placeholder 1">
            <a:extLst>
              <a:ext uri="{FF2B5EF4-FFF2-40B4-BE49-F238E27FC236}">
                <a16:creationId xmlns:a16="http://schemas.microsoft.com/office/drawing/2014/main" id="{509BCA80-3804-F312-A647-8EE711314EC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828800" y="10515600"/>
            <a:ext cx="6400800" cy="6400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>
            <a:normAutofit/>
          </a:bodyPr>
          <a:lstStyle>
            <a:lvl1pPr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794AC3DC-E5C8-57AA-F1F0-E4E9A2F01B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1" y="5943600"/>
            <a:ext cx="20116800" cy="41148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C04FA0E0-9C96-392B-D33F-3466D05F7D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buFontTx/>
              <a:buNone/>
              <a:defRPr sz="4800">
                <a:solidFill>
                  <a:schemeClr val="tx1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A7E842F0-73CD-B6BE-1671-CF2E4C3D60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51278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V Closing">
            <a:extLst>
              <a:ext uri="{FF2B5EF4-FFF2-40B4-BE49-F238E27FC236}">
                <a16:creationId xmlns:a16="http://schemas.microsoft.com/office/drawing/2014/main" id="{D163A2C7-4DBD-77C7-03F3-50784ABE87C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5" name="Gradient">
            <a:extLst>
              <a:ext uri="{FF2B5EF4-FFF2-40B4-BE49-F238E27FC236}">
                <a16:creationId xmlns:a16="http://schemas.microsoft.com/office/drawing/2014/main" id="{FD412695-43ED-8E18-EE2A-6688B5CBA1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9659600" cy="20574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ogo Text">
            <a:extLst>
              <a:ext uri="{FF2B5EF4-FFF2-40B4-BE49-F238E27FC236}">
                <a16:creationId xmlns:a16="http://schemas.microsoft.com/office/drawing/2014/main" id="{80BCAFA5-89AF-533D-D6D2-1C914E182A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658247" y="17905019"/>
            <a:ext cx="3646099" cy="683416"/>
          </a:xfrm>
          <a:custGeom>
            <a:avLst/>
            <a:gdLst>
              <a:gd name="csX0" fmla="*/ 1516265 w 3646099"/>
              <a:gd name="csY0" fmla="*/ 925 h 683416"/>
              <a:gd name="csX1" fmla="*/ 1516333 w 3646099"/>
              <a:gd name="csY1" fmla="*/ 683417 h 683416"/>
              <a:gd name="csX2" fmla="*/ 1709085 w 3646099"/>
              <a:gd name="csY2" fmla="*/ 683417 h 683416"/>
              <a:gd name="csX3" fmla="*/ 1709085 w 3646099"/>
              <a:gd name="csY3" fmla="*/ 939 h 683416"/>
              <a:gd name="csX4" fmla="*/ 1516265 w 3646099"/>
              <a:gd name="csY4" fmla="*/ 925 h 683416"/>
              <a:gd name="csX5" fmla="*/ 0 w 3646099"/>
              <a:gd name="csY5" fmla="*/ 0 h 683416"/>
              <a:gd name="csX6" fmla="*/ 0 w 3646099"/>
              <a:gd name="csY6" fmla="*/ 683417 h 683416"/>
              <a:gd name="csX7" fmla="*/ 194448 w 3646099"/>
              <a:gd name="csY7" fmla="*/ 683417 h 683416"/>
              <a:gd name="csX8" fmla="*/ 194448 w 3646099"/>
              <a:gd name="csY8" fmla="*/ 164488 h 683416"/>
              <a:gd name="csX9" fmla="*/ 345097 w 3646099"/>
              <a:gd name="csY9" fmla="*/ 164540 h 683416"/>
              <a:gd name="csX10" fmla="*/ 454594 w 3646099"/>
              <a:gd name="csY10" fmla="*/ 202617 h 683416"/>
              <a:gd name="csX11" fmla="*/ 497534 w 3646099"/>
              <a:gd name="csY11" fmla="*/ 383324 h 683416"/>
              <a:gd name="csX12" fmla="*/ 497534 w 3646099"/>
              <a:gd name="csY12" fmla="*/ 683417 h 683416"/>
              <a:gd name="csX13" fmla="*/ 685919 w 3646099"/>
              <a:gd name="csY13" fmla="*/ 683383 h 683416"/>
              <a:gd name="csX14" fmla="*/ 685941 w 3646099"/>
              <a:gd name="csY14" fmla="*/ 305832 h 683416"/>
              <a:gd name="csX15" fmla="*/ 346115 w 3646099"/>
              <a:gd name="csY15" fmla="*/ 0 h 683416"/>
              <a:gd name="csX16" fmla="*/ 0 w 3646099"/>
              <a:gd name="csY16" fmla="*/ 0 h 683416"/>
              <a:gd name="csX17" fmla="*/ 1826613 w 3646099"/>
              <a:gd name="csY17" fmla="*/ 950 h 683416"/>
              <a:gd name="csX18" fmla="*/ 1826613 w 3646099"/>
              <a:gd name="csY18" fmla="*/ 683417 h 683416"/>
              <a:gd name="csX19" fmla="*/ 2139246 w 3646099"/>
              <a:gd name="csY19" fmla="*/ 683417 h 683416"/>
              <a:gd name="csX20" fmla="*/ 2418984 w 3646099"/>
              <a:gd name="csY20" fmla="*/ 593604 h 683416"/>
              <a:gd name="csX21" fmla="*/ 2487398 w 3646099"/>
              <a:gd name="csY21" fmla="*/ 349685 h 683416"/>
              <a:gd name="csX22" fmla="*/ 2425002 w 3646099"/>
              <a:gd name="csY22" fmla="*/ 114882 h 683416"/>
              <a:gd name="csX23" fmla="*/ 2097144 w 3646099"/>
              <a:gd name="csY23" fmla="*/ 950 h 683416"/>
              <a:gd name="csX24" fmla="*/ 1826613 w 3646099"/>
              <a:gd name="csY24" fmla="*/ 950 h 683416"/>
              <a:gd name="csX25" fmla="*/ 2017826 w 3646099"/>
              <a:gd name="csY25" fmla="*/ 149552 h 683416"/>
              <a:gd name="csX26" fmla="*/ 2100696 w 3646099"/>
              <a:gd name="csY26" fmla="*/ 149552 h 683416"/>
              <a:gd name="csX27" fmla="*/ 2298673 w 3646099"/>
              <a:gd name="csY27" fmla="*/ 343634 h 683416"/>
              <a:gd name="csX28" fmla="*/ 2100696 w 3646099"/>
              <a:gd name="csY28" fmla="*/ 537749 h 683416"/>
              <a:gd name="csX29" fmla="*/ 2017826 w 3646099"/>
              <a:gd name="csY29" fmla="*/ 537749 h 683416"/>
              <a:gd name="csX30" fmla="*/ 2017826 w 3646099"/>
              <a:gd name="csY30" fmla="*/ 149552 h 683416"/>
              <a:gd name="csX31" fmla="*/ 1238360 w 3646099"/>
              <a:gd name="csY31" fmla="*/ 950 h 683416"/>
              <a:gd name="csX32" fmla="*/ 1077507 w 3646099"/>
              <a:gd name="csY32" fmla="*/ 541844 h 683416"/>
              <a:gd name="csX33" fmla="*/ 923351 w 3646099"/>
              <a:gd name="csY33" fmla="*/ 984 h 683416"/>
              <a:gd name="csX34" fmla="*/ 715284 w 3646099"/>
              <a:gd name="csY34" fmla="*/ 950 h 683416"/>
              <a:gd name="csX35" fmla="*/ 935432 w 3646099"/>
              <a:gd name="csY35" fmla="*/ 683417 h 683416"/>
              <a:gd name="csX36" fmla="*/ 1213225 w 3646099"/>
              <a:gd name="csY36" fmla="*/ 683417 h 683416"/>
              <a:gd name="csX37" fmla="*/ 1435093 w 3646099"/>
              <a:gd name="csY37" fmla="*/ 950 h 683416"/>
              <a:gd name="csX38" fmla="*/ 1238360 w 3646099"/>
              <a:gd name="csY38" fmla="*/ 950 h 683416"/>
              <a:gd name="csX39" fmla="*/ 2577077 w 3646099"/>
              <a:gd name="csY39" fmla="*/ 683417 h 683416"/>
              <a:gd name="csX40" fmla="*/ 2769851 w 3646099"/>
              <a:gd name="csY40" fmla="*/ 683417 h 683416"/>
              <a:gd name="csX41" fmla="*/ 2769851 w 3646099"/>
              <a:gd name="csY41" fmla="*/ 984 h 683416"/>
              <a:gd name="csX42" fmla="*/ 2577031 w 3646099"/>
              <a:gd name="csY42" fmla="*/ 950 h 683416"/>
              <a:gd name="csX43" fmla="*/ 2577077 w 3646099"/>
              <a:gd name="csY43" fmla="*/ 683417 h 683416"/>
              <a:gd name="csX44" fmla="*/ 3117414 w 3646099"/>
              <a:gd name="csY44" fmla="*/ 1195 h 683416"/>
              <a:gd name="csX45" fmla="*/ 2848263 w 3646099"/>
              <a:gd name="csY45" fmla="*/ 683181 h 683416"/>
              <a:gd name="csX46" fmla="*/ 3038323 w 3646099"/>
              <a:gd name="csY46" fmla="*/ 683181 h 683416"/>
              <a:gd name="csX47" fmla="*/ 3080900 w 3646099"/>
              <a:gd name="csY47" fmla="*/ 562642 h 683416"/>
              <a:gd name="csX48" fmla="*/ 3399437 w 3646099"/>
              <a:gd name="csY48" fmla="*/ 562642 h 683416"/>
              <a:gd name="csX49" fmla="*/ 3439752 w 3646099"/>
              <a:gd name="csY49" fmla="*/ 683181 h 683416"/>
              <a:gd name="csX50" fmla="*/ 3646100 w 3646099"/>
              <a:gd name="csY50" fmla="*/ 683181 h 683416"/>
              <a:gd name="csX51" fmla="*/ 3374891 w 3646099"/>
              <a:gd name="csY51" fmla="*/ 1138 h 683416"/>
              <a:gd name="csX52" fmla="*/ 3117414 w 3646099"/>
              <a:gd name="csY52" fmla="*/ 1195 h 683416"/>
              <a:gd name="csX53" fmla="*/ 3242544 w 3646099"/>
              <a:gd name="csY53" fmla="*/ 125616 h 683416"/>
              <a:gd name="csX54" fmla="*/ 3359303 w 3646099"/>
              <a:gd name="csY54" fmla="*/ 445115 h 683416"/>
              <a:gd name="csX55" fmla="*/ 3122097 w 3646099"/>
              <a:gd name="csY55" fmla="*/ 445115 h 683416"/>
              <a:gd name="csX56" fmla="*/ 3242544 w 3646099"/>
              <a:gd name="csY56" fmla="*/ 125616 h 683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3646099" h="683416">
                <a:moveTo>
                  <a:pt x="1516265" y="925"/>
                </a:moveTo>
                <a:lnTo>
                  <a:pt x="1516333" y="683417"/>
                </a:lnTo>
                <a:lnTo>
                  <a:pt x="1709085" y="683417"/>
                </a:lnTo>
                <a:lnTo>
                  <a:pt x="1709085" y="939"/>
                </a:lnTo>
                <a:lnTo>
                  <a:pt x="1516265" y="925"/>
                </a:lnTo>
                <a:close/>
                <a:moveTo>
                  <a:pt x="0" y="0"/>
                </a:moveTo>
                <a:lnTo>
                  <a:pt x="0" y="683417"/>
                </a:lnTo>
                <a:lnTo>
                  <a:pt x="194448" y="683417"/>
                </a:lnTo>
                <a:lnTo>
                  <a:pt x="194448" y="164488"/>
                </a:lnTo>
                <a:lnTo>
                  <a:pt x="345097" y="164540"/>
                </a:lnTo>
                <a:cubicBezTo>
                  <a:pt x="395005" y="164540"/>
                  <a:pt x="430546" y="176958"/>
                  <a:pt x="454594" y="202617"/>
                </a:cubicBezTo>
                <a:cubicBezTo>
                  <a:pt x="485091" y="235107"/>
                  <a:pt x="497534" y="287478"/>
                  <a:pt x="497534" y="383324"/>
                </a:cubicBezTo>
                <a:lnTo>
                  <a:pt x="497534" y="683417"/>
                </a:lnTo>
                <a:lnTo>
                  <a:pt x="685919" y="683383"/>
                </a:lnTo>
                <a:lnTo>
                  <a:pt x="685941" y="305832"/>
                </a:lnTo>
                <a:cubicBezTo>
                  <a:pt x="685941" y="36340"/>
                  <a:pt x="514162" y="0"/>
                  <a:pt x="346115" y="0"/>
                </a:cubicBezTo>
                <a:lnTo>
                  <a:pt x="0" y="0"/>
                </a:lnTo>
                <a:moveTo>
                  <a:pt x="1826613" y="950"/>
                </a:moveTo>
                <a:lnTo>
                  <a:pt x="1826613" y="683417"/>
                </a:lnTo>
                <a:lnTo>
                  <a:pt x="2139246" y="683417"/>
                </a:lnTo>
                <a:cubicBezTo>
                  <a:pt x="2305822" y="683417"/>
                  <a:pt x="2360186" y="655714"/>
                  <a:pt x="2418984" y="593604"/>
                </a:cubicBezTo>
                <a:cubicBezTo>
                  <a:pt x="2460543" y="550002"/>
                  <a:pt x="2487398" y="454287"/>
                  <a:pt x="2487398" y="349685"/>
                </a:cubicBezTo>
                <a:cubicBezTo>
                  <a:pt x="2487398" y="253758"/>
                  <a:pt x="2464661" y="168176"/>
                  <a:pt x="2425002" y="114882"/>
                </a:cubicBezTo>
                <a:cubicBezTo>
                  <a:pt x="2353603" y="19578"/>
                  <a:pt x="2250711" y="950"/>
                  <a:pt x="2097144" y="950"/>
                </a:cubicBezTo>
                <a:lnTo>
                  <a:pt x="1826613" y="950"/>
                </a:lnTo>
                <a:close/>
                <a:moveTo>
                  <a:pt x="2017826" y="149552"/>
                </a:moveTo>
                <a:lnTo>
                  <a:pt x="2100696" y="149552"/>
                </a:lnTo>
                <a:cubicBezTo>
                  <a:pt x="2220916" y="149552"/>
                  <a:pt x="2298673" y="203545"/>
                  <a:pt x="2298673" y="343634"/>
                </a:cubicBezTo>
                <a:cubicBezTo>
                  <a:pt x="2298673" y="483758"/>
                  <a:pt x="2220916" y="537749"/>
                  <a:pt x="2100696" y="537749"/>
                </a:cubicBezTo>
                <a:lnTo>
                  <a:pt x="2017826" y="537749"/>
                </a:lnTo>
                <a:lnTo>
                  <a:pt x="2017826" y="149552"/>
                </a:lnTo>
                <a:close/>
                <a:moveTo>
                  <a:pt x="1238360" y="950"/>
                </a:moveTo>
                <a:lnTo>
                  <a:pt x="1077507" y="541844"/>
                </a:lnTo>
                <a:lnTo>
                  <a:pt x="923351" y="984"/>
                </a:lnTo>
                <a:lnTo>
                  <a:pt x="715284" y="950"/>
                </a:lnTo>
                <a:lnTo>
                  <a:pt x="935432" y="683417"/>
                </a:lnTo>
                <a:lnTo>
                  <a:pt x="1213225" y="683417"/>
                </a:lnTo>
                <a:lnTo>
                  <a:pt x="1435093" y="950"/>
                </a:lnTo>
                <a:lnTo>
                  <a:pt x="1238360" y="950"/>
                </a:lnTo>
                <a:close/>
                <a:moveTo>
                  <a:pt x="2577077" y="683417"/>
                </a:moveTo>
                <a:lnTo>
                  <a:pt x="2769851" y="683417"/>
                </a:lnTo>
                <a:lnTo>
                  <a:pt x="2769851" y="984"/>
                </a:lnTo>
                <a:lnTo>
                  <a:pt x="2577031" y="950"/>
                </a:lnTo>
                <a:lnTo>
                  <a:pt x="2577077" y="683417"/>
                </a:lnTo>
                <a:close/>
                <a:moveTo>
                  <a:pt x="3117414" y="1195"/>
                </a:moveTo>
                <a:lnTo>
                  <a:pt x="2848263" y="683181"/>
                </a:lnTo>
                <a:lnTo>
                  <a:pt x="3038323" y="683181"/>
                </a:lnTo>
                <a:lnTo>
                  <a:pt x="3080900" y="562642"/>
                </a:lnTo>
                <a:lnTo>
                  <a:pt x="3399437" y="562642"/>
                </a:lnTo>
                <a:lnTo>
                  <a:pt x="3439752" y="683181"/>
                </a:lnTo>
                <a:lnTo>
                  <a:pt x="3646100" y="683181"/>
                </a:lnTo>
                <a:lnTo>
                  <a:pt x="3374891" y="1138"/>
                </a:lnTo>
                <a:lnTo>
                  <a:pt x="3117414" y="1195"/>
                </a:lnTo>
                <a:close/>
                <a:moveTo>
                  <a:pt x="3242544" y="125616"/>
                </a:moveTo>
                <a:lnTo>
                  <a:pt x="3359303" y="445115"/>
                </a:lnTo>
                <a:lnTo>
                  <a:pt x="3122097" y="445115"/>
                </a:lnTo>
                <a:lnTo>
                  <a:pt x="3242544" y="125616"/>
                </a:lnTo>
                <a:close/>
              </a:path>
            </a:pathLst>
          </a:custGeom>
          <a:solidFill>
            <a:schemeClr val="tx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pPr algn="l"/>
            <a:endParaRPr lang="en-US"/>
          </a:p>
        </p:txBody>
      </p:sp>
      <p:sp>
        <p:nvSpPr>
          <p:cNvPr id="2" name="Logo Eye">
            <a:extLst>
              <a:ext uri="{FF2B5EF4-FFF2-40B4-BE49-F238E27FC236}">
                <a16:creationId xmlns:a16="http://schemas.microsoft.com/office/drawing/2014/main" id="{E8AAC571-D4E5-31AA-5989-EA3B402954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8916" y="17709469"/>
            <a:ext cx="1571299" cy="1039766"/>
          </a:xfrm>
          <a:custGeom>
            <a:avLst/>
            <a:gdLst>
              <a:gd name="csX0" fmla="*/ 586272 w 1571299"/>
              <a:gd name="csY0" fmla="*/ 310255 h 1039766"/>
              <a:gd name="csX1" fmla="*/ 586272 w 1571299"/>
              <a:gd name="csY1" fmla="*/ 216336 h 1039766"/>
              <a:gd name="csX2" fmla="*/ 613986 w 1571299"/>
              <a:gd name="csY2" fmla="*/ 214906 h 1039766"/>
              <a:gd name="csX3" fmla="*/ 1039387 w 1571299"/>
              <a:gd name="csY3" fmla="*/ 435625 h 1039766"/>
              <a:gd name="csX4" fmla="*/ 662214 w 1571299"/>
              <a:gd name="csY4" fmla="*/ 688437 h 1039766"/>
              <a:gd name="csX5" fmla="*/ 586272 w 1571299"/>
              <a:gd name="csY5" fmla="*/ 676295 h 1039766"/>
              <a:gd name="csX6" fmla="*/ 586272 w 1571299"/>
              <a:gd name="csY6" fmla="*/ 391493 h 1039766"/>
              <a:gd name="csX7" fmla="*/ 766519 w 1571299"/>
              <a:gd name="csY7" fmla="*/ 547959 h 1039766"/>
              <a:gd name="csX8" fmla="*/ 900233 w 1571299"/>
              <a:gd name="csY8" fmla="*/ 435218 h 1039766"/>
              <a:gd name="csX9" fmla="*/ 638088 w 1571299"/>
              <a:gd name="csY9" fmla="*/ 307199 h 1039766"/>
              <a:gd name="csX10" fmla="*/ 586272 w 1571299"/>
              <a:gd name="csY10" fmla="*/ 310255 h 1039766"/>
              <a:gd name="csX11" fmla="*/ 586272 w 1571299"/>
              <a:gd name="csY11" fmla="*/ 0 h 1039766"/>
              <a:gd name="csX12" fmla="*/ 586272 w 1571299"/>
              <a:gd name="csY12" fmla="*/ 140292 h 1039766"/>
              <a:gd name="csX13" fmla="*/ 613986 w 1571299"/>
              <a:gd name="csY13" fmla="*/ 138641 h 1039766"/>
              <a:gd name="csX14" fmla="*/ 1203938 w 1571299"/>
              <a:gd name="csY14" fmla="*/ 431607 h 1039766"/>
              <a:gd name="csX15" fmla="*/ 658135 w 1571299"/>
              <a:gd name="csY15" fmla="*/ 756667 h 1039766"/>
              <a:gd name="csX16" fmla="*/ 586272 w 1571299"/>
              <a:gd name="csY16" fmla="*/ 750337 h 1039766"/>
              <a:gd name="csX17" fmla="*/ 586272 w 1571299"/>
              <a:gd name="csY17" fmla="*/ 837054 h 1039766"/>
              <a:gd name="csX18" fmla="*/ 646115 w 1571299"/>
              <a:gd name="csY18" fmla="*/ 840930 h 1039766"/>
              <a:gd name="csX19" fmla="*/ 1274186 w 1571299"/>
              <a:gd name="csY19" fmla="*/ 551943 h 1039766"/>
              <a:gd name="csX20" fmla="*/ 1452784 w 1571299"/>
              <a:gd name="csY20" fmla="*/ 660332 h 1039766"/>
              <a:gd name="csX21" fmla="*/ 650099 w 1571299"/>
              <a:gd name="csY21" fmla="*/ 921211 h 1039766"/>
              <a:gd name="csX22" fmla="*/ 586272 w 1571299"/>
              <a:gd name="csY22" fmla="*/ 917897 h 1039766"/>
              <a:gd name="csX23" fmla="*/ 586272 w 1571299"/>
              <a:gd name="csY23" fmla="*/ 1039767 h 1039766"/>
              <a:gd name="csX24" fmla="*/ 1571299 w 1571299"/>
              <a:gd name="csY24" fmla="*/ 1039767 h 1039766"/>
              <a:gd name="csX25" fmla="*/ 1571299 w 1571299"/>
              <a:gd name="csY25" fmla="*/ 0 h 1039766"/>
              <a:gd name="csX26" fmla="*/ 586272 w 1571299"/>
              <a:gd name="csY26" fmla="*/ 0 h 1039766"/>
              <a:gd name="csX27" fmla="*/ 586272 w 1571299"/>
              <a:gd name="csY27" fmla="*/ 676295 h 1039766"/>
              <a:gd name="csX28" fmla="*/ 586272 w 1571299"/>
              <a:gd name="csY28" fmla="*/ 750337 h 1039766"/>
              <a:gd name="csX29" fmla="*/ 280044 w 1571299"/>
              <a:gd name="csY29" fmla="*/ 458434 h 1039766"/>
              <a:gd name="csX30" fmla="*/ 586272 w 1571299"/>
              <a:gd name="csY30" fmla="*/ 310255 h 1039766"/>
              <a:gd name="csX31" fmla="*/ 586272 w 1571299"/>
              <a:gd name="csY31" fmla="*/ 391493 h 1039766"/>
              <a:gd name="csX32" fmla="*/ 585899 w 1571299"/>
              <a:gd name="csY32" fmla="*/ 391453 h 1039766"/>
              <a:gd name="csX33" fmla="*/ 407228 w 1571299"/>
              <a:gd name="csY33" fmla="*/ 473125 h 1039766"/>
              <a:gd name="csX34" fmla="*/ 586272 w 1571299"/>
              <a:gd name="csY34" fmla="*/ 676295 h 1039766"/>
              <a:gd name="csX35" fmla="*/ 160540 w 1571299"/>
              <a:gd name="csY35" fmla="*/ 447638 h 1039766"/>
              <a:gd name="csX36" fmla="*/ 586272 w 1571299"/>
              <a:gd name="csY36" fmla="*/ 216336 h 1039766"/>
              <a:gd name="csX37" fmla="*/ 586272 w 1571299"/>
              <a:gd name="csY37" fmla="*/ 140292 h 1039766"/>
              <a:gd name="csX38" fmla="*/ 0 w 1571299"/>
              <a:gd name="csY38" fmla="*/ 431607 h 1039766"/>
              <a:gd name="csX39" fmla="*/ 586272 w 1571299"/>
              <a:gd name="csY39" fmla="*/ 917897 h 1039766"/>
              <a:gd name="csX40" fmla="*/ 586272 w 1571299"/>
              <a:gd name="csY40" fmla="*/ 837054 h 1039766"/>
              <a:gd name="csX41" fmla="*/ 160540 w 1571299"/>
              <a:gd name="csY41" fmla="*/ 447638 h 1039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571299" h="1039766">
                <a:moveTo>
                  <a:pt x="586272" y="310255"/>
                </a:moveTo>
                <a:lnTo>
                  <a:pt x="586272" y="216336"/>
                </a:lnTo>
                <a:cubicBezTo>
                  <a:pt x="595389" y="215685"/>
                  <a:pt x="604599" y="215201"/>
                  <a:pt x="613986" y="214906"/>
                </a:cubicBezTo>
                <a:cubicBezTo>
                  <a:pt x="870863" y="206832"/>
                  <a:pt x="1039387" y="435625"/>
                  <a:pt x="1039387" y="435625"/>
                </a:cubicBezTo>
                <a:cubicBezTo>
                  <a:pt x="1039387" y="435625"/>
                  <a:pt x="857373" y="688437"/>
                  <a:pt x="662214" y="688437"/>
                </a:cubicBezTo>
                <a:cubicBezTo>
                  <a:pt x="634105" y="688437"/>
                  <a:pt x="608950" y="683905"/>
                  <a:pt x="586272" y="676295"/>
                </a:cubicBezTo>
                <a:lnTo>
                  <a:pt x="586272" y="391493"/>
                </a:lnTo>
                <a:cubicBezTo>
                  <a:pt x="686276" y="403572"/>
                  <a:pt x="706379" y="447744"/>
                  <a:pt x="766519" y="547959"/>
                </a:cubicBezTo>
                <a:lnTo>
                  <a:pt x="900233" y="435218"/>
                </a:lnTo>
                <a:cubicBezTo>
                  <a:pt x="900233" y="435218"/>
                  <a:pt x="802628" y="307199"/>
                  <a:pt x="638088" y="307199"/>
                </a:cubicBezTo>
                <a:cubicBezTo>
                  <a:pt x="620182" y="307199"/>
                  <a:pt x="603074" y="308466"/>
                  <a:pt x="586272" y="310255"/>
                </a:cubicBezTo>
                <a:moveTo>
                  <a:pt x="586272" y="0"/>
                </a:moveTo>
                <a:lnTo>
                  <a:pt x="586272" y="140292"/>
                </a:lnTo>
                <a:cubicBezTo>
                  <a:pt x="595491" y="139562"/>
                  <a:pt x="604724" y="138976"/>
                  <a:pt x="613986" y="138641"/>
                </a:cubicBezTo>
                <a:cubicBezTo>
                  <a:pt x="971213" y="126607"/>
                  <a:pt x="1203938" y="431607"/>
                  <a:pt x="1203938" y="431607"/>
                </a:cubicBezTo>
                <a:cubicBezTo>
                  <a:pt x="1203938" y="431607"/>
                  <a:pt x="936618" y="756667"/>
                  <a:pt x="658135" y="756667"/>
                </a:cubicBezTo>
                <a:cubicBezTo>
                  <a:pt x="632618" y="756667"/>
                  <a:pt x="608723" y="754309"/>
                  <a:pt x="586272" y="750337"/>
                </a:cubicBezTo>
                <a:lnTo>
                  <a:pt x="586272" y="837054"/>
                </a:lnTo>
                <a:cubicBezTo>
                  <a:pt x="605475" y="839496"/>
                  <a:pt x="625358" y="840930"/>
                  <a:pt x="646115" y="840930"/>
                </a:cubicBezTo>
                <a:cubicBezTo>
                  <a:pt x="905284" y="840930"/>
                  <a:pt x="1092697" y="708590"/>
                  <a:pt x="1274186" y="551943"/>
                </a:cubicBezTo>
                <a:cubicBezTo>
                  <a:pt x="1304255" y="576035"/>
                  <a:pt x="1427451" y="634643"/>
                  <a:pt x="1452784" y="660332"/>
                </a:cubicBezTo>
                <a:cubicBezTo>
                  <a:pt x="1280215" y="804782"/>
                  <a:pt x="878080" y="921211"/>
                  <a:pt x="650099" y="921211"/>
                </a:cubicBezTo>
                <a:cubicBezTo>
                  <a:pt x="628132" y="921211"/>
                  <a:pt x="607002" y="919883"/>
                  <a:pt x="586272" y="917897"/>
                </a:cubicBezTo>
                <a:lnTo>
                  <a:pt x="586272" y="1039767"/>
                </a:lnTo>
                <a:lnTo>
                  <a:pt x="1571299" y="1039767"/>
                </a:lnTo>
                <a:lnTo>
                  <a:pt x="1571299" y="0"/>
                </a:lnTo>
                <a:lnTo>
                  <a:pt x="586272" y="0"/>
                </a:lnTo>
                <a:close/>
                <a:moveTo>
                  <a:pt x="586272" y="676295"/>
                </a:moveTo>
                <a:lnTo>
                  <a:pt x="586272" y="750337"/>
                </a:lnTo>
                <a:cubicBezTo>
                  <a:pt x="346575" y="707601"/>
                  <a:pt x="280044" y="458434"/>
                  <a:pt x="280044" y="458434"/>
                </a:cubicBezTo>
                <a:cubicBezTo>
                  <a:pt x="280044" y="458434"/>
                  <a:pt x="395129" y="330919"/>
                  <a:pt x="586272" y="310255"/>
                </a:cubicBezTo>
                <a:lnTo>
                  <a:pt x="586272" y="391493"/>
                </a:lnTo>
                <a:cubicBezTo>
                  <a:pt x="586125" y="391493"/>
                  <a:pt x="586027" y="391453"/>
                  <a:pt x="585899" y="391453"/>
                </a:cubicBezTo>
                <a:cubicBezTo>
                  <a:pt x="485598" y="379406"/>
                  <a:pt x="407228" y="473125"/>
                  <a:pt x="407228" y="473125"/>
                </a:cubicBezTo>
                <a:cubicBezTo>
                  <a:pt x="407228" y="473125"/>
                  <a:pt x="451133" y="630890"/>
                  <a:pt x="586272" y="676295"/>
                </a:cubicBezTo>
                <a:moveTo>
                  <a:pt x="160540" y="447638"/>
                </a:moveTo>
                <a:cubicBezTo>
                  <a:pt x="160540" y="447638"/>
                  <a:pt x="302606" y="238009"/>
                  <a:pt x="586272" y="216336"/>
                </a:cubicBezTo>
                <a:lnTo>
                  <a:pt x="586272" y="140292"/>
                </a:lnTo>
                <a:cubicBezTo>
                  <a:pt x="272083" y="165508"/>
                  <a:pt x="0" y="431607"/>
                  <a:pt x="0" y="431607"/>
                </a:cubicBezTo>
                <a:cubicBezTo>
                  <a:pt x="0" y="431607"/>
                  <a:pt x="154093" y="877109"/>
                  <a:pt x="586272" y="917897"/>
                </a:cubicBezTo>
                <a:lnTo>
                  <a:pt x="586272" y="837054"/>
                </a:lnTo>
                <a:cubicBezTo>
                  <a:pt x="269128" y="797154"/>
                  <a:pt x="160540" y="447638"/>
                  <a:pt x="160540" y="447638"/>
                </a:cubicBezTo>
                <a:close/>
              </a:path>
            </a:pathLst>
          </a:custGeom>
          <a:solidFill>
            <a:schemeClr val="accent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97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order Bottom">
            <a:extLst>
              <a:ext uri="{FF2B5EF4-FFF2-40B4-BE49-F238E27FC236}">
                <a16:creationId xmlns:a16="http://schemas.microsoft.com/office/drawing/2014/main" id="{A47B56B7-6189-B712-00D6-DE875C5A82EA}"/>
              </a:ext>
            </a:extLst>
          </p:cNvPr>
          <p:cNvSpPr/>
          <p:nvPr userDrawn="1"/>
        </p:nvSpPr>
        <p:spPr>
          <a:xfrm>
            <a:off x="0" y="20345400"/>
            <a:ext cx="36576000" cy="228600"/>
          </a:xfrm>
          <a:prstGeom prst="rect">
            <a:avLst/>
          </a:prstGeom>
          <a:solidFill>
            <a:srgbClr val="E5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100" baseline="0"/>
          </a:p>
        </p:txBody>
      </p:sp>
      <p:sp>
        <p:nvSpPr>
          <p:cNvPr id="6" name="Red Border Top">
            <a:extLst>
              <a:ext uri="{FF2B5EF4-FFF2-40B4-BE49-F238E27FC236}">
                <a16:creationId xmlns:a16="http://schemas.microsoft.com/office/drawing/2014/main" id="{BE43CC2B-153E-856F-4121-4368A04664A1}"/>
              </a:ext>
            </a:extLst>
          </p:cNvPr>
          <p:cNvSpPr/>
          <p:nvPr userDrawn="1"/>
        </p:nvSpPr>
        <p:spPr>
          <a:xfrm>
            <a:off x="0" y="0"/>
            <a:ext cx="36576000" cy="228600"/>
          </a:xfrm>
          <a:prstGeom prst="rect">
            <a:avLst/>
          </a:prstGeom>
          <a:solidFill>
            <a:srgbClr val="E52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kern="100" baseline="0"/>
          </a:p>
        </p:txBody>
      </p:sp>
      <p:sp>
        <p:nvSpPr>
          <p:cNvPr id="3" name="Confidential Tag">
            <a:extLst>
              <a:ext uri="{FF2B5EF4-FFF2-40B4-BE49-F238E27FC236}">
                <a16:creationId xmlns:a16="http://schemas.microsoft.com/office/drawing/2014/main" id="{BDF10C9D-ED7C-EA69-42A0-05377844B8F1}"/>
              </a:ext>
            </a:extLst>
          </p:cNvPr>
          <p:cNvSpPr txBox="1"/>
          <p:nvPr userDrawn="1"/>
        </p:nvSpPr>
        <p:spPr>
          <a:xfrm>
            <a:off x="1814511" y="10711668"/>
            <a:ext cx="8271495" cy="400110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r>
              <a:rPr lang="en-US" sz="2000" b="1" kern="100" spc="0" baseline="0" dirty="0">
                <a:latin typeface="+mn-lt"/>
              </a:rPr>
              <a:t>DO NOT DISTRIBUTE UNTIL DATES LISTED.  NVIDIA CONFIDENTIAL.</a:t>
            </a:r>
          </a:p>
        </p:txBody>
      </p:sp>
      <p:sp>
        <p:nvSpPr>
          <p:cNvPr id="29" name="Zone Placeholder">
            <a:extLst>
              <a:ext uri="{FF2B5EF4-FFF2-40B4-BE49-F238E27FC236}">
                <a16:creationId xmlns:a16="http://schemas.microsoft.com/office/drawing/2014/main" id="{453B8D8C-ECFD-FFDC-F4B5-AD3BAF326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450825" y="5476814"/>
            <a:ext cx="3657600" cy="11197937"/>
          </a:xfrm>
        </p:spPr>
        <p:txBody>
          <a:bodyPr wrap="square" tIns="274320" bIns="4572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None/>
              <a:defRPr>
                <a:latin typeface="+mn-lt"/>
              </a:defRPr>
            </a:lvl1pPr>
          </a:lstStyle>
          <a:p>
            <a:r>
              <a:rPr lang="en-US" dirty="0"/>
              <a:t>PT</a:t>
            </a:r>
          </a:p>
          <a:p>
            <a:r>
              <a:rPr lang="en-US" dirty="0"/>
              <a:t>CST</a:t>
            </a:r>
          </a:p>
          <a:p>
            <a:r>
              <a:rPr lang="en-US" dirty="0"/>
              <a:t>BRT</a:t>
            </a:r>
          </a:p>
          <a:p>
            <a:r>
              <a:rPr lang="en-US" dirty="0"/>
              <a:t>GMT</a:t>
            </a:r>
          </a:p>
          <a:p>
            <a:r>
              <a:rPr lang="en-US" dirty="0"/>
              <a:t>CET</a:t>
            </a:r>
          </a:p>
          <a:p>
            <a:r>
              <a:rPr lang="en-US" dirty="0"/>
              <a:t>IST</a:t>
            </a:r>
          </a:p>
          <a:p>
            <a:r>
              <a:rPr lang="en-US" dirty="0"/>
              <a:t>IST</a:t>
            </a:r>
          </a:p>
          <a:p>
            <a:r>
              <a:rPr lang="en-US" dirty="0"/>
              <a:t>CST</a:t>
            </a:r>
          </a:p>
          <a:p>
            <a:r>
              <a:rPr lang="en-US" dirty="0"/>
              <a:t>TST</a:t>
            </a:r>
          </a:p>
          <a:p>
            <a:r>
              <a:rPr lang="en-US" dirty="0"/>
              <a:t>JST</a:t>
            </a:r>
          </a:p>
          <a:p>
            <a:r>
              <a:rPr lang="en-US" dirty="0"/>
              <a:t>KST</a:t>
            </a:r>
          </a:p>
        </p:txBody>
      </p:sp>
      <p:sp>
        <p:nvSpPr>
          <p:cNvPr id="18" name="Zone">
            <a:extLst>
              <a:ext uri="{FF2B5EF4-FFF2-40B4-BE49-F238E27FC236}">
                <a16:creationId xmlns:a16="http://schemas.microsoft.com/office/drawing/2014/main" id="{18A3DAFC-DC66-A706-DDC5-1D0E8DF4B4CE}"/>
              </a:ext>
            </a:extLst>
          </p:cNvPr>
          <p:cNvSpPr txBox="1"/>
          <p:nvPr userDrawn="1"/>
        </p:nvSpPr>
        <p:spPr>
          <a:xfrm>
            <a:off x="29450825" y="4661205"/>
            <a:ext cx="3200400" cy="815608"/>
          </a:xfrm>
          <a:prstGeom prst="rect">
            <a:avLst/>
          </a:prstGeom>
          <a:noFill/>
        </p:spPr>
        <p:txBody>
          <a:bodyPr wrap="none" lIns="0" rIns="0" bIns="274320" rtlCol="0" anchor="b">
            <a:noAutofit/>
          </a:bodyPr>
          <a:lstStyle/>
          <a:p>
            <a:pPr algn="l"/>
            <a:r>
              <a:rPr lang="en-US" sz="3200" kern="100" baseline="0" dirty="0"/>
              <a:t>Zone</a:t>
            </a:r>
          </a:p>
        </p:txBody>
      </p:sp>
      <p:sp>
        <p:nvSpPr>
          <p:cNvPr id="26" name="Time Placeholder">
            <a:extLst>
              <a:ext uri="{FF2B5EF4-FFF2-40B4-BE49-F238E27FC236}">
                <a16:creationId xmlns:a16="http://schemas.microsoft.com/office/drawing/2014/main" id="{41A97F96-C8E8-4872-4734-05D60C1819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208741" y="5476814"/>
            <a:ext cx="4572000" cy="11197937"/>
          </a:xfrm>
        </p:spPr>
        <p:txBody>
          <a:bodyPr wrap="square" tIns="274320" bIns="45720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lvl="0"/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XX:XX </a:t>
            </a:r>
            <a:r>
              <a:rPr lang="en-US" dirty="0" err="1"/>
              <a:t>x.m.</a:t>
            </a:r>
            <a:endParaRPr lang="en-US" dirty="0"/>
          </a:p>
        </p:txBody>
      </p:sp>
      <p:sp>
        <p:nvSpPr>
          <p:cNvPr id="17" name="Time">
            <a:extLst>
              <a:ext uri="{FF2B5EF4-FFF2-40B4-BE49-F238E27FC236}">
                <a16:creationId xmlns:a16="http://schemas.microsoft.com/office/drawing/2014/main" id="{804F5858-E9C3-CFB5-42CB-5027BBDA563C}"/>
              </a:ext>
            </a:extLst>
          </p:cNvPr>
          <p:cNvSpPr txBox="1"/>
          <p:nvPr userDrawn="1"/>
        </p:nvSpPr>
        <p:spPr>
          <a:xfrm>
            <a:off x="24208740" y="4661205"/>
            <a:ext cx="4572000" cy="815608"/>
          </a:xfrm>
          <a:prstGeom prst="rect">
            <a:avLst/>
          </a:prstGeom>
          <a:noFill/>
        </p:spPr>
        <p:txBody>
          <a:bodyPr wrap="none" lIns="0" rIns="0" bIns="274320" rtlCol="0" anchor="b">
            <a:noAutofit/>
          </a:bodyPr>
          <a:lstStyle/>
          <a:p>
            <a:pPr algn="l"/>
            <a:r>
              <a:rPr lang="en-US" sz="3200" kern="100" baseline="0" dirty="0"/>
              <a:t>Time</a:t>
            </a:r>
          </a:p>
        </p:txBody>
      </p:sp>
      <p:sp>
        <p:nvSpPr>
          <p:cNvPr id="25" name="Country Placeholder">
            <a:extLst>
              <a:ext uri="{FF2B5EF4-FFF2-40B4-BE49-F238E27FC236}">
                <a16:creationId xmlns:a16="http://schemas.microsoft.com/office/drawing/2014/main" id="{C90BA070-345E-CFCC-E29A-AC447F4F80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423856" y="5476815"/>
            <a:ext cx="4114800" cy="11197937"/>
          </a:xfrm>
        </p:spPr>
        <p:txBody>
          <a:bodyPr tIns="274320" bIns="45720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lvl="0"/>
            <a:r>
              <a:rPr lang="en-US" dirty="0"/>
              <a:t>U.S.</a:t>
            </a:r>
          </a:p>
          <a:p>
            <a:pPr lvl="0"/>
            <a:r>
              <a:rPr lang="en-US" dirty="0"/>
              <a:t>Mexico</a:t>
            </a:r>
          </a:p>
          <a:p>
            <a:pPr lvl="0"/>
            <a:r>
              <a:rPr lang="en-US" dirty="0"/>
              <a:t>Brazil</a:t>
            </a:r>
          </a:p>
          <a:p>
            <a:pPr marL="0" marR="0" lvl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2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U.K.</a:t>
            </a:r>
          </a:p>
          <a:p>
            <a:pPr lvl="0"/>
            <a:r>
              <a:rPr lang="en-US" dirty="0"/>
              <a:t>France</a:t>
            </a:r>
          </a:p>
          <a:p>
            <a:pPr lvl="0"/>
            <a:r>
              <a:rPr lang="en-US" dirty="0"/>
              <a:t>Israel</a:t>
            </a:r>
          </a:p>
          <a:p>
            <a:pPr lvl="0"/>
            <a:r>
              <a:rPr lang="en-US" dirty="0"/>
              <a:t>India</a:t>
            </a:r>
          </a:p>
          <a:p>
            <a:pPr lvl="0"/>
            <a:r>
              <a:rPr lang="en-US" dirty="0"/>
              <a:t>China</a:t>
            </a:r>
          </a:p>
          <a:p>
            <a:pPr lvl="0"/>
            <a:r>
              <a:rPr lang="en-US" dirty="0"/>
              <a:t>Taiwan</a:t>
            </a:r>
          </a:p>
          <a:p>
            <a:pPr lvl="0"/>
            <a:r>
              <a:rPr lang="en-US" dirty="0"/>
              <a:t>Japan</a:t>
            </a:r>
          </a:p>
          <a:p>
            <a:pPr lvl="0"/>
            <a:r>
              <a:rPr lang="en-US" dirty="0"/>
              <a:t>Korea</a:t>
            </a:r>
          </a:p>
        </p:txBody>
      </p:sp>
      <p:sp>
        <p:nvSpPr>
          <p:cNvPr id="16" name="Country">
            <a:extLst>
              <a:ext uri="{FF2B5EF4-FFF2-40B4-BE49-F238E27FC236}">
                <a16:creationId xmlns:a16="http://schemas.microsoft.com/office/drawing/2014/main" id="{DCCA50C4-A863-2072-4B0F-46D70AB18021}"/>
              </a:ext>
            </a:extLst>
          </p:cNvPr>
          <p:cNvSpPr txBox="1"/>
          <p:nvPr userDrawn="1"/>
        </p:nvSpPr>
        <p:spPr>
          <a:xfrm>
            <a:off x="19423855" y="4661205"/>
            <a:ext cx="4571999" cy="815608"/>
          </a:xfrm>
          <a:prstGeom prst="rect">
            <a:avLst/>
          </a:prstGeom>
          <a:noFill/>
        </p:spPr>
        <p:txBody>
          <a:bodyPr wrap="square" lIns="0" rIns="0" bIns="274320" rtlCol="0" anchor="b">
            <a:noAutofit/>
          </a:bodyPr>
          <a:lstStyle/>
          <a:p>
            <a:pPr algn="l"/>
            <a:r>
              <a:rPr lang="en-US" sz="3200" kern="100" baseline="0" dirty="0"/>
              <a:t>Country</a:t>
            </a:r>
          </a:p>
        </p:txBody>
      </p:sp>
      <p:cxnSp>
        <p:nvCxnSpPr>
          <p:cNvPr id="14" name="Divider">
            <a:extLst>
              <a:ext uri="{FF2B5EF4-FFF2-40B4-BE49-F238E27FC236}">
                <a16:creationId xmlns:a16="http://schemas.microsoft.com/office/drawing/2014/main" id="{6F6275F5-FE84-974B-9A2C-6D9492927BDB}"/>
              </a:ext>
            </a:extLst>
          </p:cNvPr>
          <p:cNvCxnSpPr>
            <a:cxnSpLocks/>
          </p:cNvCxnSpPr>
          <p:nvPr userDrawn="1"/>
        </p:nvCxnSpPr>
        <p:spPr>
          <a:xfrm>
            <a:off x="19423856" y="5476815"/>
            <a:ext cx="13716000" cy="0"/>
          </a:xfrm>
          <a:prstGeom prst="line">
            <a:avLst/>
          </a:prstGeom>
          <a:ln w="38100">
            <a:solidFill>
              <a:schemeClr val="accent6"/>
            </a:solidFill>
            <a:headEnd w="lg" len="lg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e Place Holder">
            <a:extLst>
              <a:ext uri="{FF2B5EF4-FFF2-40B4-BE49-F238E27FC236}">
                <a16:creationId xmlns:a16="http://schemas.microsoft.com/office/drawing/2014/main" id="{9E22579E-7446-930A-8426-64D7BF1D6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423856" y="3429003"/>
            <a:ext cx="13684569" cy="782637"/>
          </a:xfrm>
        </p:spPr>
        <p:txBody>
          <a:bodyPr anchor="ctr"/>
          <a:lstStyle>
            <a:lvl1pPr>
              <a:lnSpc>
                <a:spcPct val="100000"/>
              </a:lnSpc>
              <a:buNone/>
              <a:defRPr sz="4400">
                <a:solidFill>
                  <a:schemeClr val="tx1"/>
                </a:solidFill>
                <a:latin typeface="+mj-lt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Month Date, Year</a:t>
            </a:r>
          </a:p>
        </p:txBody>
      </p:sp>
      <p:sp>
        <p:nvSpPr>
          <p:cNvPr id="9" name="Embargo Title">
            <a:extLst>
              <a:ext uri="{FF2B5EF4-FFF2-40B4-BE49-F238E27FC236}">
                <a16:creationId xmlns:a16="http://schemas.microsoft.com/office/drawing/2014/main" id="{89A97FCA-DE57-3016-B1E1-200846768D66}"/>
              </a:ext>
            </a:extLst>
          </p:cNvPr>
          <p:cNvSpPr txBox="1"/>
          <p:nvPr userDrawn="1"/>
        </p:nvSpPr>
        <p:spPr>
          <a:xfrm>
            <a:off x="1681161" y="8708544"/>
            <a:ext cx="8907888" cy="2169825"/>
          </a:xfrm>
          <a:prstGeom prst="rect">
            <a:avLst/>
          </a:prstGeom>
          <a:noFill/>
        </p:spPr>
        <p:txBody>
          <a:bodyPr wrap="none" lIns="0" tIns="45720" rIns="0" bIns="45720" rtlCol="0" anchor="ctr">
            <a:noAutofit/>
          </a:bodyPr>
          <a:lstStyle/>
          <a:p>
            <a:r>
              <a:rPr lang="en-US" sz="13500" kern="100" spc="0" baseline="0" dirty="0">
                <a:solidFill>
                  <a:srgbClr val="E52020"/>
                </a:solidFill>
                <a:latin typeface="+mj-lt"/>
              </a:rPr>
              <a:t>EMBARGO</a:t>
            </a:r>
          </a:p>
        </p:txBody>
      </p:sp>
      <p:sp>
        <p:nvSpPr>
          <p:cNvPr id="2" name="Footer (Source) Placeholder">
            <a:extLst>
              <a:ext uri="{FF2B5EF4-FFF2-40B4-BE49-F238E27FC236}">
                <a16:creationId xmlns:a16="http://schemas.microsoft.com/office/drawing/2014/main" id="{8CA99D26-56D3-D0C6-44D7-FA1EEC7366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3800" y="19431000"/>
            <a:ext cx="21488400" cy="36933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ctr">
              <a:lnSpc>
                <a:spcPct val="90000"/>
              </a:lnSpc>
              <a:defRPr sz="2000" kern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Source information in NVIDIA Sans, medium gray; 20 pt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744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Font Picture">
            <a:extLst>
              <a:ext uri="{FF2B5EF4-FFF2-40B4-BE49-F238E27FC236}">
                <a16:creationId xmlns:a16="http://schemas.microsoft.com/office/drawing/2014/main" id="{D9701711-BA88-9042-4DDD-CA4C10E160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6669145" y="10425922"/>
            <a:ext cx="8076057" cy="5608374"/>
          </a:xfrm>
          <a:prstGeom prst="rect">
            <a:avLst/>
          </a:prstGeom>
        </p:spPr>
      </p:pic>
      <p:sp>
        <p:nvSpPr>
          <p:cNvPr id="18" name="Green BG">
            <a:extLst>
              <a:ext uri="{FF2B5EF4-FFF2-40B4-BE49-F238E27FC236}">
                <a16:creationId xmlns:a16="http://schemas.microsoft.com/office/drawing/2014/main" id="{AC415708-C6CC-CDE5-C6D4-5A403B13D4BA}"/>
              </a:ext>
            </a:extLst>
          </p:cNvPr>
          <p:cNvSpPr/>
          <p:nvPr userDrawn="1"/>
        </p:nvSpPr>
        <p:spPr>
          <a:xfrm>
            <a:off x="18287997" y="10420755"/>
            <a:ext cx="8079105" cy="56077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DAECE55-6771-C733-9CFD-B279E6B29D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137627" y="12382072"/>
            <a:ext cx="6616065" cy="3108960"/>
          </a:xfrm>
        </p:spPr>
        <p:txBody>
          <a:bodyPr tIns="0" bIns="0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7200" b="0" kern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Our font for everything NVIDIA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3E418B-71D8-FC79-0AD9-C6D48912FB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37627" y="11089410"/>
            <a:ext cx="6616065" cy="1292662"/>
          </a:xfrm>
        </p:spPr>
        <p:txBody>
          <a:bodyPr t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0" b="0" kern="1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NVIDIA Sans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3554122E-9D0A-381B-D4D0-ED3BB16BFEBC}"/>
              </a:ext>
            </a:extLst>
          </p:cNvPr>
          <p:cNvSpPr txBox="1"/>
          <p:nvPr userDrawn="1"/>
        </p:nvSpPr>
        <p:spPr>
          <a:xfrm>
            <a:off x="1828801" y="9052560"/>
            <a:ext cx="13715999" cy="246888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indent="0" defTabSz="2743200">
              <a:lnSpc>
                <a:spcPct val="90000"/>
              </a:lnSpc>
              <a:spcBef>
                <a:spcPct val="0"/>
              </a:spcBef>
              <a:buNone/>
              <a:defRPr sz="8800" kern="100" baseline="0">
                <a:latin typeface="NVIDIA Sans Medium" panose="020B0603020203020204" pitchFamily="34" charset="0"/>
                <a:ea typeface="+mj-ea"/>
                <a:cs typeface="NVIDIA Sans Medium" panose="020B0603020203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Verify Font Installation</a:t>
            </a:r>
          </a:p>
        </p:txBody>
      </p:sp>
      <p:sp>
        <p:nvSpPr>
          <p:cNvPr id="2" name="Paragraph">
            <a:extLst>
              <a:ext uri="{FF2B5EF4-FFF2-40B4-BE49-F238E27FC236}">
                <a16:creationId xmlns:a16="http://schemas.microsoft.com/office/drawing/2014/main" id="{49776041-5F82-76E8-B454-11A59F18D90D}"/>
              </a:ext>
            </a:extLst>
          </p:cNvPr>
          <p:cNvSpPr txBox="1"/>
          <p:nvPr userDrawn="1"/>
        </p:nvSpPr>
        <p:spPr>
          <a:xfrm>
            <a:off x="18171887" y="4545532"/>
            <a:ext cx="16459200" cy="392722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76B900"/>
              </a:buClr>
              <a:buSzTx/>
              <a:buFont typeface="NVIDIA Sans" panose="020B0503020203020204" pitchFamily="34" charset="0"/>
              <a:buChar char="​"/>
              <a:tabLst/>
              <a:defRPr/>
            </a:pPr>
            <a:r>
              <a:rPr kumimoji="0" lang="en-US" sz="4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NVIDIA Sans" panose="020B0503020203020204" pitchFamily="34" charset="0"/>
              </a:rPr>
              <a:t>Ensure NVIDIA Sans is working before proceeding</a:t>
            </a:r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76B900"/>
              </a:buClr>
              <a:buSzTx/>
              <a:buFont typeface="NVIDIA Sans" panose="020B0503020203020204" pitchFamily="34" charset="0"/>
              <a:buChar char="​"/>
              <a:tabLst/>
              <a:defRPr/>
            </a:pPr>
            <a:r>
              <a:rPr kumimoji="0" lang="en-US" sz="4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NVIDIA Sans" panose="020B0503020203020204" pitchFamily="34" charset="0"/>
              </a:rPr>
              <a:t>Check if the live text on the left matches the image text on the right</a:t>
            </a:r>
          </a:p>
          <a:p>
            <a:pPr marL="457200" marR="0" lvl="1" indent="-45720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Char char="•"/>
              <a:tabLst/>
              <a:defRPr/>
            </a:pPr>
            <a:r>
              <a:rPr lang="en-US" sz="3400" kern="100" baseline="0" noProof="0" dirty="0">
                <a:solidFill>
                  <a:schemeClr val="tx1"/>
                </a:solidFill>
                <a:latin typeface="+mn-lt"/>
                <a:ea typeface="+mn-ea"/>
                <a:cs typeface="NVIDIA Sans" panose="020B0503020203020204" pitchFamily="34" charset="0"/>
              </a:rPr>
              <a:t>If not, refer to the “NVIDIA Corporate PPT Template Starter Guide” </a:t>
            </a:r>
            <a:br>
              <a:rPr lang="en-US" sz="3400" kern="100" baseline="0" noProof="0" dirty="0">
                <a:solidFill>
                  <a:schemeClr val="tx1"/>
                </a:solidFill>
                <a:latin typeface="+mn-lt"/>
                <a:ea typeface="+mn-ea"/>
                <a:cs typeface="NVIDIA Sans" panose="020B0503020203020204" pitchFamily="34" charset="0"/>
              </a:rPr>
            </a:br>
            <a:r>
              <a:rPr lang="en-US" sz="3400" kern="100" baseline="0" noProof="0" dirty="0">
                <a:solidFill>
                  <a:schemeClr val="tx1"/>
                </a:solidFill>
                <a:latin typeface="+mn-lt"/>
                <a:ea typeface="+mn-ea"/>
                <a:cs typeface="NVIDIA Sans" panose="020B0503020203020204" pitchFamily="34" charset="0"/>
              </a:rPr>
              <a:t>for font installation steps</a:t>
            </a:r>
          </a:p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76B900"/>
              </a:buClr>
              <a:buSzTx/>
              <a:buFont typeface="NVIDIA Sans" panose="020B0503020203020204" pitchFamily="34" charset="0"/>
              <a:buChar char="​"/>
              <a:tabLst/>
              <a:defRPr/>
            </a:pPr>
            <a:r>
              <a:rPr kumimoji="0" lang="en-US" sz="4000" b="0" i="0" u="none" strike="noStrike" kern="1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NVIDIA Sans" panose="020B0503020203020204" pitchFamily="34" charset="0"/>
              </a:rPr>
              <a:t>All employees must have NVIDIA Sans installed</a:t>
            </a:r>
          </a:p>
        </p:txBody>
      </p:sp>
    </p:spTree>
    <p:extLst>
      <p:ext uri="{BB962C8B-B14F-4D97-AF65-F5344CB8AC3E}">
        <p14:creationId xmlns:p14="http://schemas.microsoft.com/office/powerpoint/2010/main" val="35721677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341B8CF2-B385-0A17-DF26-955E724914A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38EBA30A-0D8A-3E20-4C9B-FD252C9B2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8934901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8B06A4EB-9D74-56F2-6D42-35250B0A9A2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A3A2352-21AA-F0B1-22A8-49DDF807B9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5943600"/>
            <a:ext cx="32918399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45C0D2-6FE6-F83E-3070-A6038340FD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77169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63AA810-376A-2B32-E021-D6793220544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A63C3F9-10F6-FB3C-63A1-FB218F33FC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202400" y="5943600"/>
            <a:ext cx="15544800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87D5860D-3075-A83E-2DFD-54EE7058E5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28800" y="5943600"/>
            <a:ext cx="15544800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45C0D2-6FE6-F83E-3070-A6038340FD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596741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BA5C1DDE-90E4-324D-81E3-E1F31AD59F7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A3A2352-21AA-F0B1-22A8-49DDF807B9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5943600"/>
            <a:ext cx="32918399" cy="128016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buNone/>
              <a:defRPr sz="3400">
                <a:latin typeface="Roboto Mono" panose="00000009000000000000" pitchFamily="49" charset="0"/>
                <a:ea typeface="Roboto Mono" panose="00000009000000000000" pitchFamily="49" charset="0"/>
              </a:defRPr>
            </a:lvl1pPr>
            <a:lvl2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2pPr>
            <a:lvl3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3pPr>
            <a:lvl4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4pPr>
            <a:lvl5pPr>
              <a:defRPr>
                <a:latin typeface="Roboto Mono" panose="00000009000000000000" pitchFamily="49" charset="0"/>
                <a:ea typeface="Roboto Mono" panose="00000009000000000000" pitchFamily="49" charset="0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3B45C0D2-6FE6-F83E-3070-A6038340FD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Roboto Mono" panose="00000009000000000000" pitchFamily="49" charset="0"/>
                <a:ea typeface="Roboto Mono" panose="00000009000000000000" pitchFamily="49" charset="0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Roboto Mono Medium" panose="00000009000000000000" pitchFamily="49" charset="0"/>
                <a:ea typeface="Roboto Mono Medium" panose="00000009000000000000" pitchFamily="49" charset="0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387195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90B3C34B-D852-977A-37E2-E62EC4EB6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B8F3605-9756-DE2F-6DD3-5A49DF2C66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0" y="2971800"/>
            <a:ext cx="16459199" cy="14630400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052560"/>
            <a:ext cx="13716000" cy="2468880"/>
          </a:xfrm>
        </p:spPr>
        <p:txBody>
          <a:bodyPr anchor="ctr"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436833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254672F0-4512-6FA1-6D35-6858289285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B8F3605-9756-DE2F-6DD3-5A49DF2C66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0" y="2971800"/>
            <a:ext cx="16459199" cy="14630400"/>
          </a:xfrm>
        </p:spPr>
        <p:txBody>
          <a:bodyPr anchor="ctr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10652760"/>
            <a:ext cx="13716000" cy="1508760"/>
          </a:xfrm>
        </p:spPr>
        <p:txBody>
          <a:bodyPr tIns="91440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Tx/>
              <a:buNone/>
              <a:tabLst/>
              <a:defRPr/>
            </a:pPr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8183880"/>
            <a:ext cx="137160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507749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 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157ECE47-239F-9043-F44A-45C6E5E1E4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5" name="Picture Placeholder">
            <a:extLst>
              <a:ext uri="{FF2B5EF4-FFF2-40B4-BE49-F238E27FC236}">
                <a16:creationId xmlns:a16="http://schemas.microsoft.com/office/drawing/2014/main" id="{6310BC71-DCA8-9CA8-DE44-1F98FCBE3423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17145000" y="1828800"/>
            <a:ext cx="17602200" cy="1691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0" name="Text Placeholder">
            <a:extLst>
              <a:ext uri="{FF2B5EF4-FFF2-40B4-BE49-F238E27FC236}">
                <a16:creationId xmlns:a16="http://schemas.microsoft.com/office/drawing/2014/main" id="{6833AC61-E20E-97B9-03B7-59761B154F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28800" y="11109960"/>
            <a:ext cx="13716000" cy="76352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itle">
            <a:extLst>
              <a:ext uri="{FF2B5EF4-FFF2-40B4-BE49-F238E27FC236}">
                <a16:creationId xmlns:a16="http://schemas.microsoft.com/office/drawing/2014/main" id="{758F76B7-AB11-4A28-11A1-32B4E453D6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5685246"/>
            <a:ext cx="13716000" cy="4967514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40" name="Logo Placeholder">
            <a:extLst>
              <a:ext uri="{FF2B5EF4-FFF2-40B4-BE49-F238E27FC236}">
                <a16:creationId xmlns:a16="http://schemas.microsoft.com/office/drawing/2014/main" id="{38FD308E-A1B1-F84B-1B5D-9DD25CF03911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7182681" y="2933923"/>
            <a:ext cx="3840480" cy="73152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5" name="Divider Line">
            <a:extLst>
              <a:ext uri="{FF2B5EF4-FFF2-40B4-BE49-F238E27FC236}">
                <a16:creationId xmlns:a16="http://schemas.microsoft.com/office/drawing/2014/main" id="{07A22438-1615-4D9D-035B-BD830FCDDDEE}"/>
              </a:ext>
            </a:extLst>
          </p:cNvPr>
          <p:cNvCxnSpPr>
            <a:cxnSpLocks/>
          </p:cNvCxnSpPr>
          <p:nvPr userDrawn="1"/>
        </p:nvCxnSpPr>
        <p:spPr>
          <a:xfrm>
            <a:off x="6424897" y="2453110"/>
            <a:ext cx="0" cy="1693145"/>
          </a:xfrm>
          <a:prstGeom prst="line">
            <a:avLst/>
          </a:prstGeom>
          <a:ln w="38100">
            <a:solidFill>
              <a:schemeClr val="tx2"/>
            </a:solidFill>
            <a:headEnd w="lg" len="lg"/>
            <a:tailEnd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Logo Text">
            <a:extLst>
              <a:ext uri="{FF2B5EF4-FFF2-40B4-BE49-F238E27FC236}">
                <a16:creationId xmlns:a16="http://schemas.microsoft.com/office/drawing/2014/main" id="{7181261B-26AC-4005-DDC1-BC3536B314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115929" y="3071500"/>
            <a:ext cx="2565187" cy="480812"/>
          </a:xfrm>
          <a:custGeom>
            <a:avLst/>
            <a:gdLst>
              <a:gd name="csX0" fmla="*/ 1516265 w 3646099"/>
              <a:gd name="csY0" fmla="*/ 925 h 683416"/>
              <a:gd name="csX1" fmla="*/ 1516333 w 3646099"/>
              <a:gd name="csY1" fmla="*/ 683417 h 683416"/>
              <a:gd name="csX2" fmla="*/ 1709085 w 3646099"/>
              <a:gd name="csY2" fmla="*/ 683417 h 683416"/>
              <a:gd name="csX3" fmla="*/ 1709085 w 3646099"/>
              <a:gd name="csY3" fmla="*/ 939 h 683416"/>
              <a:gd name="csX4" fmla="*/ 1516265 w 3646099"/>
              <a:gd name="csY4" fmla="*/ 925 h 683416"/>
              <a:gd name="csX5" fmla="*/ 0 w 3646099"/>
              <a:gd name="csY5" fmla="*/ 0 h 683416"/>
              <a:gd name="csX6" fmla="*/ 0 w 3646099"/>
              <a:gd name="csY6" fmla="*/ 683417 h 683416"/>
              <a:gd name="csX7" fmla="*/ 194448 w 3646099"/>
              <a:gd name="csY7" fmla="*/ 683417 h 683416"/>
              <a:gd name="csX8" fmla="*/ 194448 w 3646099"/>
              <a:gd name="csY8" fmla="*/ 164488 h 683416"/>
              <a:gd name="csX9" fmla="*/ 345097 w 3646099"/>
              <a:gd name="csY9" fmla="*/ 164540 h 683416"/>
              <a:gd name="csX10" fmla="*/ 454594 w 3646099"/>
              <a:gd name="csY10" fmla="*/ 202617 h 683416"/>
              <a:gd name="csX11" fmla="*/ 497534 w 3646099"/>
              <a:gd name="csY11" fmla="*/ 383324 h 683416"/>
              <a:gd name="csX12" fmla="*/ 497534 w 3646099"/>
              <a:gd name="csY12" fmla="*/ 683417 h 683416"/>
              <a:gd name="csX13" fmla="*/ 685919 w 3646099"/>
              <a:gd name="csY13" fmla="*/ 683383 h 683416"/>
              <a:gd name="csX14" fmla="*/ 685941 w 3646099"/>
              <a:gd name="csY14" fmla="*/ 305832 h 683416"/>
              <a:gd name="csX15" fmla="*/ 346115 w 3646099"/>
              <a:gd name="csY15" fmla="*/ 0 h 683416"/>
              <a:gd name="csX16" fmla="*/ 0 w 3646099"/>
              <a:gd name="csY16" fmla="*/ 0 h 683416"/>
              <a:gd name="csX17" fmla="*/ 1826613 w 3646099"/>
              <a:gd name="csY17" fmla="*/ 950 h 683416"/>
              <a:gd name="csX18" fmla="*/ 1826613 w 3646099"/>
              <a:gd name="csY18" fmla="*/ 683417 h 683416"/>
              <a:gd name="csX19" fmla="*/ 2139246 w 3646099"/>
              <a:gd name="csY19" fmla="*/ 683417 h 683416"/>
              <a:gd name="csX20" fmla="*/ 2418984 w 3646099"/>
              <a:gd name="csY20" fmla="*/ 593604 h 683416"/>
              <a:gd name="csX21" fmla="*/ 2487398 w 3646099"/>
              <a:gd name="csY21" fmla="*/ 349685 h 683416"/>
              <a:gd name="csX22" fmla="*/ 2425002 w 3646099"/>
              <a:gd name="csY22" fmla="*/ 114882 h 683416"/>
              <a:gd name="csX23" fmla="*/ 2097144 w 3646099"/>
              <a:gd name="csY23" fmla="*/ 950 h 683416"/>
              <a:gd name="csX24" fmla="*/ 1826613 w 3646099"/>
              <a:gd name="csY24" fmla="*/ 950 h 683416"/>
              <a:gd name="csX25" fmla="*/ 2017826 w 3646099"/>
              <a:gd name="csY25" fmla="*/ 149552 h 683416"/>
              <a:gd name="csX26" fmla="*/ 2100696 w 3646099"/>
              <a:gd name="csY26" fmla="*/ 149552 h 683416"/>
              <a:gd name="csX27" fmla="*/ 2298673 w 3646099"/>
              <a:gd name="csY27" fmla="*/ 343634 h 683416"/>
              <a:gd name="csX28" fmla="*/ 2100696 w 3646099"/>
              <a:gd name="csY28" fmla="*/ 537749 h 683416"/>
              <a:gd name="csX29" fmla="*/ 2017826 w 3646099"/>
              <a:gd name="csY29" fmla="*/ 537749 h 683416"/>
              <a:gd name="csX30" fmla="*/ 2017826 w 3646099"/>
              <a:gd name="csY30" fmla="*/ 149552 h 683416"/>
              <a:gd name="csX31" fmla="*/ 1238360 w 3646099"/>
              <a:gd name="csY31" fmla="*/ 950 h 683416"/>
              <a:gd name="csX32" fmla="*/ 1077507 w 3646099"/>
              <a:gd name="csY32" fmla="*/ 541844 h 683416"/>
              <a:gd name="csX33" fmla="*/ 923351 w 3646099"/>
              <a:gd name="csY33" fmla="*/ 984 h 683416"/>
              <a:gd name="csX34" fmla="*/ 715284 w 3646099"/>
              <a:gd name="csY34" fmla="*/ 950 h 683416"/>
              <a:gd name="csX35" fmla="*/ 935432 w 3646099"/>
              <a:gd name="csY35" fmla="*/ 683417 h 683416"/>
              <a:gd name="csX36" fmla="*/ 1213225 w 3646099"/>
              <a:gd name="csY36" fmla="*/ 683417 h 683416"/>
              <a:gd name="csX37" fmla="*/ 1435093 w 3646099"/>
              <a:gd name="csY37" fmla="*/ 950 h 683416"/>
              <a:gd name="csX38" fmla="*/ 1238360 w 3646099"/>
              <a:gd name="csY38" fmla="*/ 950 h 683416"/>
              <a:gd name="csX39" fmla="*/ 2577077 w 3646099"/>
              <a:gd name="csY39" fmla="*/ 683417 h 683416"/>
              <a:gd name="csX40" fmla="*/ 2769851 w 3646099"/>
              <a:gd name="csY40" fmla="*/ 683417 h 683416"/>
              <a:gd name="csX41" fmla="*/ 2769851 w 3646099"/>
              <a:gd name="csY41" fmla="*/ 984 h 683416"/>
              <a:gd name="csX42" fmla="*/ 2577031 w 3646099"/>
              <a:gd name="csY42" fmla="*/ 950 h 683416"/>
              <a:gd name="csX43" fmla="*/ 2577077 w 3646099"/>
              <a:gd name="csY43" fmla="*/ 683417 h 683416"/>
              <a:gd name="csX44" fmla="*/ 3117414 w 3646099"/>
              <a:gd name="csY44" fmla="*/ 1195 h 683416"/>
              <a:gd name="csX45" fmla="*/ 2848263 w 3646099"/>
              <a:gd name="csY45" fmla="*/ 683181 h 683416"/>
              <a:gd name="csX46" fmla="*/ 3038323 w 3646099"/>
              <a:gd name="csY46" fmla="*/ 683181 h 683416"/>
              <a:gd name="csX47" fmla="*/ 3080900 w 3646099"/>
              <a:gd name="csY47" fmla="*/ 562642 h 683416"/>
              <a:gd name="csX48" fmla="*/ 3399437 w 3646099"/>
              <a:gd name="csY48" fmla="*/ 562642 h 683416"/>
              <a:gd name="csX49" fmla="*/ 3439752 w 3646099"/>
              <a:gd name="csY49" fmla="*/ 683181 h 683416"/>
              <a:gd name="csX50" fmla="*/ 3646100 w 3646099"/>
              <a:gd name="csY50" fmla="*/ 683181 h 683416"/>
              <a:gd name="csX51" fmla="*/ 3374891 w 3646099"/>
              <a:gd name="csY51" fmla="*/ 1138 h 683416"/>
              <a:gd name="csX52" fmla="*/ 3117414 w 3646099"/>
              <a:gd name="csY52" fmla="*/ 1195 h 683416"/>
              <a:gd name="csX53" fmla="*/ 3242544 w 3646099"/>
              <a:gd name="csY53" fmla="*/ 125616 h 683416"/>
              <a:gd name="csX54" fmla="*/ 3359303 w 3646099"/>
              <a:gd name="csY54" fmla="*/ 445115 h 683416"/>
              <a:gd name="csX55" fmla="*/ 3122097 w 3646099"/>
              <a:gd name="csY55" fmla="*/ 445115 h 683416"/>
              <a:gd name="csX56" fmla="*/ 3242544 w 3646099"/>
              <a:gd name="csY56" fmla="*/ 125616 h 683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3646099" h="683416">
                <a:moveTo>
                  <a:pt x="1516265" y="925"/>
                </a:moveTo>
                <a:lnTo>
                  <a:pt x="1516333" y="683417"/>
                </a:lnTo>
                <a:lnTo>
                  <a:pt x="1709085" y="683417"/>
                </a:lnTo>
                <a:lnTo>
                  <a:pt x="1709085" y="939"/>
                </a:lnTo>
                <a:lnTo>
                  <a:pt x="1516265" y="925"/>
                </a:lnTo>
                <a:close/>
                <a:moveTo>
                  <a:pt x="0" y="0"/>
                </a:moveTo>
                <a:lnTo>
                  <a:pt x="0" y="683417"/>
                </a:lnTo>
                <a:lnTo>
                  <a:pt x="194448" y="683417"/>
                </a:lnTo>
                <a:lnTo>
                  <a:pt x="194448" y="164488"/>
                </a:lnTo>
                <a:lnTo>
                  <a:pt x="345097" y="164540"/>
                </a:lnTo>
                <a:cubicBezTo>
                  <a:pt x="395005" y="164540"/>
                  <a:pt x="430546" y="176958"/>
                  <a:pt x="454594" y="202617"/>
                </a:cubicBezTo>
                <a:cubicBezTo>
                  <a:pt x="485091" y="235107"/>
                  <a:pt x="497534" y="287478"/>
                  <a:pt x="497534" y="383324"/>
                </a:cubicBezTo>
                <a:lnTo>
                  <a:pt x="497534" y="683417"/>
                </a:lnTo>
                <a:lnTo>
                  <a:pt x="685919" y="683383"/>
                </a:lnTo>
                <a:lnTo>
                  <a:pt x="685941" y="305832"/>
                </a:lnTo>
                <a:cubicBezTo>
                  <a:pt x="685941" y="36340"/>
                  <a:pt x="514162" y="0"/>
                  <a:pt x="346115" y="0"/>
                </a:cubicBezTo>
                <a:lnTo>
                  <a:pt x="0" y="0"/>
                </a:lnTo>
                <a:moveTo>
                  <a:pt x="1826613" y="950"/>
                </a:moveTo>
                <a:lnTo>
                  <a:pt x="1826613" y="683417"/>
                </a:lnTo>
                <a:lnTo>
                  <a:pt x="2139246" y="683417"/>
                </a:lnTo>
                <a:cubicBezTo>
                  <a:pt x="2305822" y="683417"/>
                  <a:pt x="2360186" y="655714"/>
                  <a:pt x="2418984" y="593604"/>
                </a:cubicBezTo>
                <a:cubicBezTo>
                  <a:pt x="2460543" y="550002"/>
                  <a:pt x="2487398" y="454287"/>
                  <a:pt x="2487398" y="349685"/>
                </a:cubicBezTo>
                <a:cubicBezTo>
                  <a:pt x="2487398" y="253758"/>
                  <a:pt x="2464661" y="168176"/>
                  <a:pt x="2425002" y="114882"/>
                </a:cubicBezTo>
                <a:cubicBezTo>
                  <a:pt x="2353603" y="19578"/>
                  <a:pt x="2250711" y="950"/>
                  <a:pt x="2097144" y="950"/>
                </a:cubicBezTo>
                <a:lnTo>
                  <a:pt x="1826613" y="950"/>
                </a:lnTo>
                <a:close/>
                <a:moveTo>
                  <a:pt x="2017826" y="149552"/>
                </a:moveTo>
                <a:lnTo>
                  <a:pt x="2100696" y="149552"/>
                </a:lnTo>
                <a:cubicBezTo>
                  <a:pt x="2220916" y="149552"/>
                  <a:pt x="2298673" y="203545"/>
                  <a:pt x="2298673" y="343634"/>
                </a:cubicBezTo>
                <a:cubicBezTo>
                  <a:pt x="2298673" y="483758"/>
                  <a:pt x="2220916" y="537749"/>
                  <a:pt x="2100696" y="537749"/>
                </a:cubicBezTo>
                <a:lnTo>
                  <a:pt x="2017826" y="537749"/>
                </a:lnTo>
                <a:lnTo>
                  <a:pt x="2017826" y="149552"/>
                </a:lnTo>
                <a:close/>
                <a:moveTo>
                  <a:pt x="1238360" y="950"/>
                </a:moveTo>
                <a:lnTo>
                  <a:pt x="1077507" y="541844"/>
                </a:lnTo>
                <a:lnTo>
                  <a:pt x="923351" y="984"/>
                </a:lnTo>
                <a:lnTo>
                  <a:pt x="715284" y="950"/>
                </a:lnTo>
                <a:lnTo>
                  <a:pt x="935432" y="683417"/>
                </a:lnTo>
                <a:lnTo>
                  <a:pt x="1213225" y="683417"/>
                </a:lnTo>
                <a:lnTo>
                  <a:pt x="1435093" y="950"/>
                </a:lnTo>
                <a:lnTo>
                  <a:pt x="1238360" y="950"/>
                </a:lnTo>
                <a:close/>
                <a:moveTo>
                  <a:pt x="2577077" y="683417"/>
                </a:moveTo>
                <a:lnTo>
                  <a:pt x="2769851" y="683417"/>
                </a:lnTo>
                <a:lnTo>
                  <a:pt x="2769851" y="984"/>
                </a:lnTo>
                <a:lnTo>
                  <a:pt x="2577031" y="950"/>
                </a:lnTo>
                <a:lnTo>
                  <a:pt x="2577077" y="683417"/>
                </a:lnTo>
                <a:close/>
                <a:moveTo>
                  <a:pt x="3117414" y="1195"/>
                </a:moveTo>
                <a:lnTo>
                  <a:pt x="2848263" y="683181"/>
                </a:lnTo>
                <a:lnTo>
                  <a:pt x="3038323" y="683181"/>
                </a:lnTo>
                <a:lnTo>
                  <a:pt x="3080900" y="562642"/>
                </a:lnTo>
                <a:lnTo>
                  <a:pt x="3399437" y="562642"/>
                </a:lnTo>
                <a:lnTo>
                  <a:pt x="3439752" y="683181"/>
                </a:lnTo>
                <a:lnTo>
                  <a:pt x="3646100" y="683181"/>
                </a:lnTo>
                <a:lnTo>
                  <a:pt x="3374891" y="1138"/>
                </a:lnTo>
                <a:lnTo>
                  <a:pt x="3117414" y="1195"/>
                </a:lnTo>
                <a:close/>
                <a:moveTo>
                  <a:pt x="3242544" y="125616"/>
                </a:moveTo>
                <a:lnTo>
                  <a:pt x="3359303" y="445115"/>
                </a:lnTo>
                <a:lnTo>
                  <a:pt x="3122097" y="445115"/>
                </a:lnTo>
                <a:lnTo>
                  <a:pt x="3242544" y="125616"/>
                </a:lnTo>
                <a:close/>
              </a:path>
            </a:pathLst>
          </a:custGeom>
          <a:solidFill>
            <a:schemeClr val="tx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Logo Eye">
            <a:extLst>
              <a:ext uri="{FF2B5EF4-FFF2-40B4-BE49-F238E27FC236}">
                <a16:creationId xmlns:a16="http://schemas.microsoft.com/office/drawing/2014/main" id="{9BF956D7-DF9A-8474-03DC-1D535E1AF1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828916" y="2933922"/>
            <a:ext cx="1105476" cy="731520"/>
          </a:xfrm>
          <a:custGeom>
            <a:avLst/>
            <a:gdLst>
              <a:gd name="csX0" fmla="*/ 586272 w 1571299"/>
              <a:gd name="csY0" fmla="*/ 310255 h 1039766"/>
              <a:gd name="csX1" fmla="*/ 586272 w 1571299"/>
              <a:gd name="csY1" fmla="*/ 216336 h 1039766"/>
              <a:gd name="csX2" fmla="*/ 613986 w 1571299"/>
              <a:gd name="csY2" fmla="*/ 214906 h 1039766"/>
              <a:gd name="csX3" fmla="*/ 1039387 w 1571299"/>
              <a:gd name="csY3" fmla="*/ 435625 h 1039766"/>
              <a:gd name="csX4" fmla="*/ 662214 w 1571299"/>
              <a:gd name="csY4" fmla="*/ 688437 h 1039766"/>
              <a:gd name="csX5" fmla="*/ 586272 w 1571299"/>
              <a:gd name="csY5" fmla="*/ 676295 h 1039766"/>
              <a:gd name="csX6" fmla="*/ 586272 w 1571299"/>
              <a:gd name="csY6" fmla="*/ 391493 h 1039766"/>
              <a:gd name="csX7" fmla="*/ 766519 w 1571299"/>
              <a:gd name="csY7" fmla="*/ 547959 h 1039766"/>
              <a:gd name="csX8" fmla="*/ 900233 w 1571299"/>
              <a:gd name="csY8" fmla="*/ 435218 h 1039766"/>
              <a:gd name="csX9" fmla="*/ 638088 w 1571299"/>
              <a:gd name="csY9" fmla="*/ 307199 h 1039766"/>
              <a:gd name="csX10" fmla="*/ 586272 w 1571299"/>
              <a:gd name="csY10" fmla="*/ 310255 h 1039766"/>
              <a:gd name="csX11" fmla="*/ 586272 w 1571299"/>
              <a:gd name="csY11" fmla="*/ 0 h 1039766"/>
              <a:gd name="csX12" fmla="*/ 586272 w 1571299"/>
              <a:gd name="csY12" fmla="*/ 140292 h 1039766"/>
              <a:gd name="csX13" fmla="*/ 613986 w 1571299"/>
              <a:gd name="csY13" fmla="*/ 138641 h 1039766"/>
              <a:gd name="csX14" fmla="*/ 1203938 w 1571299"/>
              <a:gd name="csY14" fmla="*/ 431607 h 1039766"/>
              <a:gd name="csX15" fmla="*/ 658135 w 1571299"/>
              <a:gd name="csY15" fmla="*/ 756667 h 1039766"/>
              <a:gd name="csX16" fmla="*/ 586272 w 1571299"/>
              <a:gd name="csY16" fmla="*/ 750337 h 1039766"/>
              <a:gd name="csX17" fmla="*/ 586272 w 1571299"/>
              <a:gd name="csY17" fmla="*/ 837054 h 1039766"/>
              <a:gd name="csX18" fmla="*/ 646115 w 1571299"/>
              <a:gd name="csY18" fmla="*/ 840930 h 1039766"/>
              <a:gd name="csX19" fmla="*/ 1274186 w 1571299"/>
              <a:gd name="csY19" fmla="*/ 551943 h 1039766"/>
              <a:gd name="csX20" fmla="*/ 1452784 w 1571299"/>
              <a:gd name="csY20" fmla="*/ 660332 h 1039766"/>
              <a:gd name="csX21" fmla="*/ 650099 w 1571299"/>
              <a:gd name="csY21" fmla="*/ 921211 h 1039766"/>
              <a:gd name="csX22" fmla="*/ 586272 w 1571299"/>
              <a:gd name="csY22" fmla="*/ 917897 h 1039766"/>
              <a:gd name="csX23" fmla="*/ 586272 w 1571299"/>
              <a:gd name="csY23" fmla="*/ 1039767 h 1039766"/>
              <a:gd name="csX24" fmla="*/ 1571299 w 1571299"/>
              <a:gd name="csY24" fmla="*/ 1039767 h 1039766"/>
              <a:gd name="csX25" fmla="*/ 1571299 w 1571299"/>
              <a:gd name="csY25" fmla="*/ 0 h 1039766"/>
              <a:gd name="csX26" fmla="*/ 586272 w 1571299"/>
              <a:gd name="csY26" fmla="*/ 0 h 1039766"/>
              <a:gd name="csX27" fmla="*/ 586272 w 1571299"/>
              <a:gd name="csY27" fmla="*/ 676295 h 1039766"/>
              <a:gd name="csX28" fmla="*/ 586272 w 1571299"/>
              <a:gd name="csY28" fmla="*/ 750337 h 1039766"/>
              <a:gd name="csX29" fmla="*/ 280044 w 1571299"/>
              <a:gd name="csY29" fmla="*/ 458434 h 1039766"/>
              <a:gd name="csX30" fmla="*/ 586272 w 1571299"/>
              <a:gd name="csY30" fmla="*/ 310255 h 1039766"/>
              <a:gd name="csX31" fmla="*/ 586272 w 1571299"/>
              <a:gd name="csY31" fmla="*/ 391493 h 1039766"/>
              <a:gd name="csX32" fmla="*/ 585899 w 1571299"/>
              <a:gd name="csY32" fmla="*/ 391453 h 1039766"/>
              <a:gd name="csX33" fmla="*/ 407228 w 1571299"/>
              <a:gd name="csY33" fmla="*/ 473125 h 1039766"/>
              <a:gd name="csX34" fmla="*/ 586272 w 1571299"/>
              <a:gd name="csY34" fmla="*/ 676295 h 1039766"/>
              <a:gd name="csX35" fmla="*/ 160540 w 1571299"/>
              <a:gd name="csY35" fmla="*/ 447638 h 1039766"/>
              <a:gd name="csX36" fmla="*/ 586272 w 1571299"/>
              <a:gd name="csY36" fmla="*/ 216336 h 1039766"/>
              <a:gd name="csX37" fmla="*/ 586272 w 1571299"/>
              <a:gd name="csY37" fmla="*/ 140292 h 1039766"/>
              <a:gd name="csX38" fmla="*/ 0 w 1571299"/>
              <a:gd name="csY38" fmla="*/ 431607 h 1039766"/>
              <a:gd name="csX39" fmla="*/ 586272 w 1571299"/>
              <a:gd name="csY39" fmla="*/ 917897 h 1039766"/>
              <a:gd name="csX40" fmla="*/ 586272 w 1571299"/>
              <a:gd name="csY40" fmla="*/ 837054 h 1039766"/>
              <a:gd name="csX41" fmla="*/ 160540 w 1571299"/>
              <a:gd name="csY41" fmla="*/ 447638 h 10397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571299" h="1039766">
                <a:moveTo>
                  <a:pt x="586272" y="310255"/>
                </a:moveTo>
                <a:lnTo>
                  <a:pt x="586272" y="216336"/>
                </a:lnTo>
                <a:cubicBezTo>
                  <a:pt x="595389" y="215685"/>
                  <a:pt x="604599" y="215201"/>
                  <a:pt x="613986" y="214906"/>
                </a:cubicBezTo>
                <a:cubicBezTo>
                  <a:pt x="870863" y="206832"/>
                  <a:pt x="1039387" y="435625"/>
                  <a:pt x="1039387" y="435625"/>
                </a:cubicBezTo>
                <a:cubicBezTo>
                  <a:pt x="1039387" y="435625"/>
                  <a:pt x="857373" y="688437"/>
                  <a:pt x="662214" y="688437"/>
                </a:cubicBezTo>
                <a:cubicBezTo>
                  <a:pt x="634105" y="688437"/>
                  <a:pt x="608950" y="683905"/>
                  <a:pt x="586272" y="676295"/>
                </a:cubicBezTo>
                <a:lnTo>
                  <a:pt x="586272" y="391493"/>
                </a:lnTo>
                <a:cubicBezTo>
                  <a:pt x="686276" y="403572"/>
                  <a:pt x="706379" y="447744"/>
                  <a:pt x="766519" y="547959"/>
                </a:cubicBezTo>
                <a:lnTo>
                  <a:pt x="900233" y="435218"/>
                </a:lnTo>
                <a:cubicBezTo>
                  <a:pt x="900233" y="435218"/>
                  <a:pt x="802628" y="307199"/>
                  <a:pt x="638088" y="307199"/>
                </a:cubicBezTo>
                <a:cubicBezTo>
                  <a:pt x="620182" y="307199"/>
                  <a:pt x="603074" y="308466"/>
                  <a:pt x="586272" y="310255"/>
                </a:cubicBezTo>
                <a:moveTo>
                  <a:pt x="586272" y="0"/>
                </a:moveTo>
                <a:lnTo>
                  <a:pt x="586272" y="140292"/>
                </a:lnTo>
                <a:cubicBezTo>
                  <a:pt x="595491" y="139562"/>
                  <a:pt x="604724" y="138976"/>
                  <a:pt x="613986" y="138641"/>
                </a:cubicBezTo>
                <a:cubicBezTo>
                  <a:pt x="971213" y="126607"/>
                  <a:pt x="1203938" y="431607"/>
                  <a:pt x="1203938" y="431607"/>
                </a:cubicBezTo>
                <a:cubicBezTo>
                  <a:pt x="1203938" y="431607"/>
                  <a:pt x="936618" y="756667"/>
                  <a:pt x="658135" y="756667"/>
                </a:cubicBezTo>
                <a:cubicBezTo>
                  <a:pt x="632618" y="756667"/>
                  <a:pt x="608723" y="754309"/>
                  <a:pt x="586272" y="750337"/>
                </a:cubicBezTo>
                <a:lnTo>
                  <a:pt x="586272" y="837054"/>
                </a:lnTo>
                <a:cubicBezTo>
                  <a:pt x="605475" y="839496"/>
                  <a:pt x="625358" y="840930"/>
                  <a:pt x="646115" y="840930"/>
                </a:cubicBezTo>
                <a:cubicBezTo>
                  <a:pt x="905284" y="840930"/>
                  <a:pt x="1092697" y="708590"/>
                  <a:pt x="1274186" y="551943"/>
                </a:cubicBezTo>
                <a:cubicBezTo>
                  <a:pt x="1304255" y="576035"/>
                  <a:pt x="1427451" y="634643"/>
                  <a:pt x="1452784" y="660332"/>
                </a:cubicBezTo>
                <a:cubicBezTo>
                  <a:pt x="1280215" y="804782"/>
                  <a:pt x="878080" y="921211"/>
                  <a:pt x="650099" y="921211"/>
                </a:cubicBezTo>
                <a:cubicBezTo>
                  <a:pt x="628132" y="921211"/>
                  <a:pt x="607002" y="919883"/>
                  <a:pt x="586272" y="917897"/>
                </a:cubicBezTo>
                <a:lnTo>
                  <a:pt x="586272" y="1039767"/>
                </a:lnTo>
                <a:lnTo>
                  <a:pt x="1571299" y="1039767"/>
                </a:lnTo>
                <a:lnTo>
                  <a:pt x="1571299" y="0"/>
                </a:lnTo>
                <a:lnTo>
                  <a:pt x="586272" y="0"/>
                </a:lnTo>
                <a:close/>
                <a:moveTo>
                  <a:pt x="586272" y="676295"/>
                </a:moveTo>
                <a:lnTo>
                  <a:pt x="586272" y="750337"/>
                </a:lnTo>
                <a:cubicBezTo>
                  <a:pt x="346575" y="707601"/>
                  <a:pt x="280044" y="458434"/>
                  <a:pt x="280044" y="458434"/>
                </a:cubicBezTo>
                <a:cubicBezTo>
                  <a:pt x="280044" y="458434"/>
                  <a:pt x="395129" y="330919"/>
                  <a:pt x="586272" y="310255"/>
                </a:cubicBezTo>
                <a:lnTo>
                  <a:pt x="586272" y="391493"/>
                </a:lnTo>
                <a:cubicBezTo>
                  <a:pt x="586125" y="391493"/>
                  <a:pt x="586027" y="391453"/>
                  <a:pt x="585899" y="391453"/>
                </a:cubicBezTo>
                <a:cubicBezTo>
                  <a:pt x="485598" y="379406"/>
                  <a:pt x="407228" y="473125"/>
                  <a:pt x="407228" y="473125"/>
                </a:cubicBezTo>
                <a:cubicBezTo>
                  <a:pt x="407228" y="473125"/>
                  <a:pt x="451133" y="630890"/>
                  <a:pt x="586272" y="676295"/>
                </a:cubicBezTo>
                <a:moveTo>
                  <a:pt x="160540" y="447638"/>
                </a:moveTo>
                <a:cubicBezTo>
                  <a:pt x="160540" y="447638"/>
                  <a:pt x="302606" y="238009"/>
                  <a:pt x="586272" y="216336"/>
                </a:cubicBezTo>
                <a:lnTo>
                  <a:pt x="586272" y="140292"/>
                </a:lnTo>
                <a:cubicBezTo>
                  <a:pt x="272083" y="165508"/>
                  <a:pt x="0" y="431607"/>
                  <a:pt x="0" y="431607"/>
                </a:cubicBezTo>
                <a:cubicBezTo>
                  <a:pt x="0" y="431607"/>
                  <a:pt x="154093" y="877109"/>
                  <a:pt x="586272" y="917897"/>
                </a:cubicBezTo>
                <a:lnTo>
                  <a:pt x="586272" y="837054"/>
                </a:lnTo>
                <a:cubicBezTo>
                  <a:pt x="269128" y="797154"/>
                  <a:pt x="160540" y="447638"/>
                  <a:pt x="160540" y="447638"/>
                </a:cubicBezTo>
                <a:close/>
              </a:path>
            </a:pathLst>
          </a:custGeom>
          <a:solidFill>
            <a:schemeClr val="accent1"/>
          </a:solidFill>
          <a:ln w="2259" cap="flat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950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94EB9A7-773A-461B-557E-0A579E6D3E1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9011975B-FAFC-B87E-6EF2-4C338C8E793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hart Placeholder">
            <a:extLst>
              <a:ext uri="{FF2B5EF4-FFF2-40B4-BE49-F238E27FC236}">
                <a16:creationId xmlns:a16="http://schemas.microsoft.com/office/drawing/2014/main" id="{612780E9-97C1-3353-3B19-EC6E50C425E5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5120639" y="6812280"/>
            <a:ext cx="26334720" cy="9692640"/>
          </a:xfrm>
        </p:spPr>
        <p:txBody>
          <a:bodyPr tIns="0" bIns="2103120" anchor="ctr"/>
          <a:lstStyle>
            <a:lvl1pPr algn="ctr">
              <a:defRPr sz="280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 dirty="0"/>
              <a:t>Click icon to place chart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3D6C3D75-6FFF-9EB8-DBF8-913CC6C1EE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58400" y="5552182"/>
            <a:ext cx="16459200" cy="1077218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00" b="0">
                <a:solidFill>
                  <a:schemeClr val="tx1"/>
                </a:solidFill>
                <a:latin typeface="+mj-lt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6"/>
                </a:solidFill>
              </a:defRPr>
            </a:lvl2pPr>
            <a:lvl3pPr algn="ctr">
              <a:buNone/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Chart Title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38EBA30A-0D8A-3E20-4C9B-FD252C9B2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1710348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2E9C3B1-E578-9546-78AF-A91BCF2187F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8CA48B7B-5A22-B5DB-CF09-43E03E4D8D9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5CEDCC1F-86EC-FBFA-BE98-1A9728A0793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29599" y="17981235"/>
            <a:ext cx="2011680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13" name="Image Text Placeholder">
            <a:extLst>
              <a:ext uri="{FF2B5EF4-FFF2-40B4-BE49-F238E27FC236}">
                <a16:creationId xmlns:a16="http://schemas.microsoft.com/office/drawing/2014/main" id="{41D00130-1DF2-BA9C-DC23-7029FBF162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29600" y="17396460"/>
            <a:ext cx="2011680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077D08DE-A296-6B3D-66F4-B3B88E42B6AD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229600" y="5806440"/>
            <a:ext cx="20116800" cy="113157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  <a:p>
            <a:pPr lvl="0" algn="ctr">
              <a:buNone/>
            </a:pPr>
            <a:endParaRPr lang="en-US" dirty="0"/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5214190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2AF26A46-42AB-DF4F-23C8-722587870AE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79F6F523-D18E-7B85-4402-5643E55B3A3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1065276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8183880"/>
            <a:ext cx="137160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8E594A6D-16D6-B0DA-3FFE-81E5D1E32D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552662" y="17876520"/>
            <a:ext cx="15194538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</a:p>
        </p:txBody>
      </p:sp>
      <p:sp>
        <p:nvSpPr>
          <p:cNvPr id="4" name="Image Text Placeholder">
            <a:extLst>
              <a:ext uri="{FF2B5EF4-FFF2-40B4-BE49-F238E27FC236}">
                <a16:creationId xmlns:a16="http://schemas.microsoft.com/office/drawing/2014/main" id="{3F342A08-A6BB-C4D1-F09D-E3F1266D99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552663" y="17291745"/>
            <a:ext cx="15194538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C480B95B-020B-F22F-2B19-BD9E4624B3B2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9552661" y="1828800"/>
            <a:ext cx="15194539" cy="1519454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2322090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w/ text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E4A60D0-5397-ABC9-FE03-087E7A6EB45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26B4341D-16B7-2959-D364-4D9AA46989A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0D6BCA0B-3199-C486-B37E-4B93FF7624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9966960"/>
            <a:ext cx="13716000" cy="87782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795528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114800"/>
            <a:ext cx="13716000" cy="3840480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C5FA18F5-7CD1-451D-72A0-A3A9D38AD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552659" y="17877270"/>
            <a:ext cx="151945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Image Text Placeholder">
            <a:extLst>
              <a:ext uri="{FF2B5EF4-FFF2-40B4-BE49-F238E27FC236}">
                <a16:creationId xmlns:a16="http://schemas.microsoft.com/office/drawing/2014/main" id="{AABB28A8-3CB4-1AD5-B22B-7DFD108B5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552660" y="17292495"/>
            <a:ext cx="151945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5" name="Picture Placeholder">
            <a:extLst>
              <a:ext uri="{FF2B5EF4-FFF2-40B4-BE49-F238E27FC236}">
                <a16:creationId xmlns:a16="http://schemas.microsoft.com/office/drawing/2014/main" id="{FF2B77B8-070C-D205-336E-064F93A5AE91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9552660" y="1828800"/>
            <a:ext cx="15194540" cy="15194541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555883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w/ heavy text 4: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Text">
            <a:extLst>
              <a:ext uri="{FF2B5EF4-FFF2-40B4-BE49-F238E27FC236}">
                <a16:creationId xmlns:a16="http://schemas.microsoft.com/office/drawing/2014/main" id="{9D6F27D6-4614-ED9E-5693-91C78E06D5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4543020" y="19448330"/>
            <a:ext cx="1119785" cy="209889"/>
          </a:xfrm>
          <a:custGeom>
            <a:avLst/>
            <a:gdLst>
              <a:gd name="csX0" fmla="*/ 465673 w 1119785"/>
              <a:gd name="csY0" fmla="*/ 284 h 209889"/>
              <a:gd name="csX1" fmla="*/ 465694 w 1119785"/>
              <a:gd name="csY1" fmla="*/ 209890 h 209889"/>
              <a:gd name="csX2" fmla="*/ 524892 w 1119785"/>
              <a:gd name="csY2" fmla="*/ 209890 h 209889"/>
              <a:gd name="csX3" fmla="*/ 524892 w 1119785"/>
              <a:gd name="csY3" fmla="*/ 288 h 209889"/>
              <a:gd name="csX4" fmla="*/ 465673 w 1119785"/>
              <a:gd name="csY4" fmla="*/ 284 h 209889"/>
              <a:gd name="csX5" fmla="*/ 0 w 1119785"/>
              <a:gd name="csY5" fmla="*/ 0 h 209889"/>
              <a:gd name="csX6" fmla="*/ 0 w 1119785"/>
              <a:gd name="csY6" fmla="*/ 209890 h 209889"/>
              <a:gd name="csX7" fmla="*/ 59719 w 1119785"/>
              <a:gd name="csY7" fmla="*/ 209890 h 209889"/>
              <a:gd name="csX8" fmla="*/ 59719 w 1119785"/>
              <a:gd name="csY8" fmla="*/ 50517 h 209889"/>
              <a:gd name="csX9" fmla="*/ 105986 w 1119785"/>
              <a:gd name="csY9" fmla="*/ 50533 h 209889"/>
              <a:gd name="csX10" fmla="*/ 139614 w 1119785"/>
              <a:gd name="csY10" fmla="*/ 62228 h 209889"/>
              <a:gd name="csX11" fmla="*/ 152802 w 1119785"/>
              <a:gd name="csY11" fmla="*/ 117726 h 209889"/>
              <a:gd name="csX12" fmla="*/ 152802 w 1119785"/>
              <a:gd name="csY12" fmla="*/ 209890 h 209889"/>
              <a:gd name="csX13" fmla="*/ 210658 w 1119785"/>
              <a:gd name="csY13" fmla="*/ 209880 h 209889"/>
              <a:gd name="csX14" fmla="*/ 210665 w 1119785"/>
              <a:gd name="csY14" fmla="*/ 93927 h 209889"/>
              <a:gd name="csX15" fmla="*/ 106298 w 1119785"/>
              <a:gd name="csY15" fmla="*/ 0 h 209889"/>
              <a:gd name="csX16" fmla="*/ 0 w 1119785"/>
              <a:gd name="csY16" fmla="*/ 0 h 209889"/>
              <a:gd name="csX17" fmla="*/ 560987 w 1119785"/>
              <a:gd name="csY17" fmla="*/ 292 h 209889"/>
              <a:gd name="csX18" fmla="*/ 560987 w 1119785"/>
              <a:gd name="csY18" fmla="*/ 209890 h 209889"/>
              <a:gd name="csX19" fmla="*/ 657002 w 1119785"/>
              <a:gd name="csY19" fmla="*/ 209890 h 209889"/>
              <a:gd name="csX20" fmla="*/ 742915 w 1119785"/>
              <a:gd name="csY20" fmla="*/ 182307 h 209889"/>
              <a:gd name="csX21" fmla="*/ 763926 w 1119785"/>
              <a:gd name="csY21" fmla="*/ 107395 h 209889"/>
              <a:gd name="csX22" fmla="*/ 744763 w 1119785"/>
              <a:gd name="csY22" fmla="*/ 35282 h 209889"/>
              <a:gd name="csX23" fmla="*/ 644072 w 1119785"/>
              <a:gd name="csY23" fmla="*/ 292 h 209889"/>
              <a:gd name="csX24" fmla="*/ 560987 w 1119785"/>
              <a:gd name="csY24" fmla="*/ 292 h 209889"/>
              <a:gd name="csX25" fmla="*/ 619712 w 1119785"/>
              <a:gd name="csY25" fmla="*/ 45930 h 209889"/>
              <a:gd name="csX26" fmla="*/ 645163 w 1119785"/>
              <a:gd name="csY26" fmla="*/ 45930 h 209889"/>
              <a:gd name="csX27" fmla="*/ 705965 w 1119785"/>
              <a:gd name="csY27" fmla="*/ 105536 h 209889"/>
              <a:gd name="csX28" fmla="*/ 645163 w 1119785"/>
              <a:gd name="csY28" fmla="*/ 165153 h 209889"/>
              <a:gd name="csX29" fmla="*/ 619712 w 1119785"/>
              <a:gd name="csY29" fmla="*/ 165153 h 209889"/>
              <a:gd name="csX30" fmla="*/ 619712 w 1119785"/>
              <a:gd name="csY30" fmla="*/ 45930 h 209889"/>
              <a:gd name="csX31" fmla="*/ 380323 w 1119785"/>
              <a:gd name="csY31" fmla="*/ 292 h 209889"/>
              <a:gd name="csX32" fmla="*/ 330923 w 1119785"/>
              <a:gd name="csY32" fmla="*/ 166410 h 209889"/>
              <a:gd name="csX33" fmla="*/ 283578 w 1119785"/>
              <a:gd name="csY33" fmla="*/ 302 h 209889"/>
              <a:gd name="csX34" fmla="*/ 219677 w 1119785"/>
              <a:gd name="csY34" fmla="*/ 292 h 209889"/>
              <a:gd name="csX35" fmla="*/ 287289 w 1119785"/>
              <a:gd name="csY35" fmla="*/ 209890 h 209889"/>
              <a:gd name="csX36" fmla="*/ 372604 w 1119785"/>
              <a:gd name="csY36" fmla="*/ 209890 h 209889"/>
              <a:gd name="csX37" fmla="*/ 440744 w 1119785"/>
              <a:gd name="csY37" fmla="*/ 292 h 209889"/>
              <a:gd name="csX38" fmla="*/ 380323 w 1119785"/>
              <a:gd name="csY38" fmla="*/ 292 h 209889"/>
              <a:gd name="csX39" fmla="*/ 791468 w 1119785"/>
              <a:gd name="csY39" fmla="*/ 209890 h 209889"/>
              <a:gd name="csX40" fmla="*/ 850673 w 1119785"/>
              <a:gd name="csY40" fmla="*/ 209890 h 209889"/>
              <a:gd name="csX41" fmla="*/ 850673 w 1119785"/>
              <a:gd name="csY41" fmla="*/ 302 h 209889"/>
              <a:gd name="csX42" fmla="*/ 791454 w 1119785"/>
              <a:gd name="csY42" fmla="*/ 292 h 209889"/>
              <a:gd name="csX43" fmla="*/ 791468 w 1119785"/>
              <a:gd name="csY43" fmla="*/ 209890 h 209889"/>
              <a:gd name="csX44" fmla="*/ 957416 w 1119785"/>
              <a:gd name="csY44" fmla="*/ 367 h 209889"/>
              <a:gd name="csX45" fmla="*/ 874755 w 1119785"/>
              <a:gd name="csY45" fmla="*/ 209818 h 209889"/>
              <a:gd name="csX46" fmla="*/ 933125 w 1119785"/>
              <a:gd name="csY46" fmla="*/ 209818 h 209889"/>
              <a:gd name="csX47" fmla="*/ 946202 w 1119785"/>
              <a:gd name="csY47" fmla="*/ 172798 h 209889"/>
              <a:gd name="csX48" fmla="*/ 1044030 w 1119785"/>
              <a:gd name="csY48" fmla="*/ 172798 h 209889"/>
              <a:gd name="csX49" fmla="*/ 1056412 w 1119785"/>
              <a:gd name="csY49" fmla="*/ 209818 h 209889"/>
              <a:gd name="csX50" fmla="*/ 1119785 w 1119785"/>
              <a:gd name="csY50" fmla="*/ 209818 h 209889"/>
              <a:gd name="csX51" fmla="*/ 1036492 w 1119785"/>
              <a:gd name="csY51" fmla="*/ 349 h 209889"/>
              <a:gd name="csX52" fmla="*/ 957416 w 1119785"/>
              <a:gd name="csY52" fmla="*/ 367 h 209889"/>
              <a:gd name="csX53" fmla="*/ 995846 w 1119785"/>
              <a:gd name="csY53" fmla="*/ 38579 h 209889"/>
              <a:gd name="csX54" fmla="*/ 1031705 w 1119785"/>
              <a:gd name="csY54" fmla="*/ 136703 h 209889"/>
              <a:gd name="csX55" fmla="*/ 958854 w 1119785"/>
              <a:gd name="csY55" fmla="*/ 136703 h 209889"/>
              <a:gd name="csX56" fmla="*/ 995846 w 1119785"/>
              <a:gd name="csY56" fmla="*/ 38579 h 2098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119785" h="209889">
                <a:moveTo>
                  <a:pt x="465673" y="284"/>
                </a:moveTo>
                <a:lnTo>
                  <a:pt x="465694" y="209890"/>
                </a:lnTo>
                <a:lnTo>
                  <a:pt x="524892" y="209890"/>
                </a:lnTo>
                <a:lnTo>
                  <a:pt x="524892" y="288"/>
                </a:lnTo>
                <a:lnTo>
                  <a:pt x="465673" y="284"/>
                </a:lnTo>
                <a:close/>
                <a:moveTo>
                  <a:pt x="0" y="0"/>
                </a:moveTo>
                <a:lnTo>
                  <a:pt x="0" y="209890"/>
                </a:lnTo>
                <a:lnTo>
                  <a:pt x="59719" y="209890"/>
                </a:lnTo>
                <a:lnTo>
                  <a:pt x="59719" y="50517"/>
                </a:lnTo>
                <a:lnTo>
                  <a:pt x="105986" y="50533"/>
                </a:lnTo>
                <a:cubicBezTo>
                  <a:pt x="121313" y="50533"/>
                  <a:pt x="132229" y="54347"/>
                  <a:pt x="139614" y="62228"/>
                </a:cubicBezTo>
                <a:cubicBezTo>
                  <a:pt x="148980" y="72206"/>
                  <a:pt x="152802" y="88290"/>
                  <a:pt x="152802" y="117726"/>
                </a:cubicBezTo>
                <a:lnTo>
                  <a:pt x="152802" y="209890"/>
                </a:lnTo>
                <a:lnTo>
                  <a:pt x="210658" y="209880"/>
                </a:lnTo>
                <a:lnTo>
                  <a:pt x="210665" y="93927"/>
                </a:lnTo>
                <a:cubicBezTo>
                  <a:pt x="210665" y="11161"/>
                  <a:pt x="157909" y="0"/>
                  <a:pt x="106298" y="0"/>
                </a:cubicBezTo>
                <a:lnTo>
                  <a:pt x="0" y="0"/>
                </a:lnTo>
                <a:moveTo>
                  <a:pt x="560987" y="292"/>
                </a:moveTo>
                <a:lnTo>
                  <a:pt x="560987" y="209890"/>
                </a:lnTo>
                <a:lnTo>
                  <a:pt x="657002" y="209890"/>
                </a:lnTo>
                <a:cubicBezTo>
                  <a:pt x="708161" y="209890"/>
                  <a:pt x="724857" y="201382"/>
                  <a:pt x="742915" y="182307"/>
                </a:cubicBezTo>
                <a:cubicBezTo>
                  <a:pt x="755679" y="168916"/>
                  <a:pt x="763926" y="139520"/>
                  <a:pt x="763926" y="107395"/>
                </a:cubicBezTo>
                <a:cubicBezTo>
                  <a:pt x="763926" y="77934"/>
                  <a:pt x="756943" y="51650"/>
                  <a:pt x="744763" y="35282"/>
                </a:cubicBezTo>
                <a:cubicBezTo>
                  <a:pt x="722835" y="6013"/>
                  <a:pt x="691235" y="292"/>
                  <a:pt x="644072" y="292"/>
                </a:cubicBezTo>
                <a:lnTo>
                  <a:pt x="560987" y="292"/>
                </a:lnTo>
                <a:close/>
                <a:moveTo>
                  <a:pt x="619712" y="45930"/>
                </a:moveTo>
                <a:lnTo>
                  <a:pt x="645163" y="45930"/>
                </a:lnTo>
                <a:cubicBezTo>
                  <a:pt x="682085" y="45930"/>
                  <a:pt x="705965" y="62512"/>
                  <a:pt x="705965" y="105536"/>
                </a:cubicBezTo>
                <a:cubicBezTo>
                  <a:pt x="705965" y="148571"/>
                  <a:pt x="682085" y="165153"/>
                  <a:pt x="645163" y="165153"/>
                </a:cubicBezTo>
                <a:lnTo>
                  <a:pt x="619712" y="165153"/>
                </a:lnTo>
                <a:lnTo>
                  <a:pt x="619712" y="45930"/>
                </a:lnTo>
                <a:close/>
                <a:moveTo>
                  <a:pt x="380323" y="292"/>
                </a:moveTo>
                <a:lnTo>
                  <a:pt x="330923" y="166410"/>
                </a:lnTo>
                <a:lnTo>
                  <a:pt x="283578" y="302"/>
                </a:lnTo>
                <a:lnTo>
                  <a:pt x="219677" y="292"/>
                </a:lnTo>
                <a:lnTo>
                  <a:pt x="287289" y="209890"/>
                </a:lnTo>
                <a:lnTo>
                  <a:pt x="372604" y="209890"/>
                </a:lnTo>
                <a:lnTo>
                  <a:pt x="440744" y="292"/>
                </a:lnTo>
                <a:lnTo>
                  <a:pt x="380323" y="292"/>
                </a:lnTo>
                <a:close/>
                <a:moveTo>
                  <a:pt x="791468" y="209890"/>
                </a:moveTo>
                <a:lnTo>
                  <a:pt x="850673" y="209890"/>
                </a:lnTo>
                <a:lnTo>
                  <a:pt x="850673" y="302"/>
                </a:lnTo>
                <a:lnTo>
                  <a:pt x="791454" y="292"/>
                </a:lnTo>
                <a:lnTo>
                  <a:pt x="791468" y="209890"/>
                </a:lnTo>
                <a:close/>
                <a:moveTo>
                  <a:pt x="957416" y="367"/>
                </a:moveTo>
                <a:lnTo>
                  <a:pt x="874755" y="209818"/>
                </a:lnTo>
                <a:lnTo>
                  <a:pt x="933125" y="209818"/>
                </a:lnTo>
                <a:lnTo>
                  <a:pt x="946202" y="172798"/>
                </a:lnTo>
                <a:lnTo>
                  <a:pt x="1044030" y="172798"/>
                </a:lnTo>
                <a:lnTo>
                  <a:pt x="1056412" y="209818"/>
                </a:lnTo>
                <a:lnTo>
                  <a:pt x="1119785" y="209818"/>
                </a:lnTo>
                <a:lnTo>
                  <a:pt x="1036492" y="349"/>
                </a:lnTo>
                <a:lnTo>
                  <a:pt x="957416" y="367"/>
                </a:lnTo>
                <a:close/>
                <a:moveTo>
                  <a:pt x="995846" y="38579"/>
                </a:moveTo>
                <a:lnTo>
                  <a:pt x="1031705" y="136703"/>
                </a:lnTo>
                <a:lnTo>
                  <a:pt x="958854" y="136703"/>
                </a:lnTo>
                <a:lnTo>
                  <a:pt x="995846" y="38579"/>
                </a:lnTo>
                <a:close/>
              </a:path>
            </a:pathLst>
          </a:custGeom>
          <a:solidFill>
            <a:schemeClr val="tx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Logo Eye">
            <a:extLst>
              <a:ext uri="{FF2B5EF4-FFF2-40B4-BE49-F238E27FC236}">
                <a16:creationId xmlns:a16="http://schemas.microsoft.com/office/drawing/2014/main" id="{985EF0C2-DA2E-AAEA-FFD4-BAAA50EFB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3981198" y="19388273"/>
            <a:ext cx="482575" cy="319331"/>
          </a:xfrm>
          <a:custGeom>
            <a:avLst/>
            <a:gdLst>
              <a:gd name="csX0" fmla="*/ 180055 w 482575"/>
              <a:gd name="csY0" fmla="*/ 95285 h 319331"/>
              <a:gd name="csX1" fmla="*/ 180055 w 482575"/>
              <a:gd name="csY1" fmla="*/ 66441 h 319331"/>
              <a:gd name="csX2" fmla="*/ 188566 w 482575"/>
              <a:gd name="csY2" fmla="*/ 66002 h 319331"/>
              <a:gd name="csX3" fmla="*/ 319215 w 482575"/>
              <a:gd name="csY3" fmla="*/ 133789 h 319331"/>
              <a:gd name="csX4" fmla="*/ 203378 w 482575"/>
              <a:gd name="csY4" fmla="*/ 211432 h 319331"/>
              <a:gd name="csX5" fmla="*/ 180055 w 482575"/>
              <a:gd name="csY5" fmla="*/ 207703 h 319331"/>
              <a:gd name="csX6" fmla="*/ 180055 w 482575"/>
              <a:gd name="csY6" fmla="*/ 120235 h 319331"/>
              <a:gd name="csX7" fmla="*/ 235412 w 482575"/>
              <a:gd name="csY7" fmla="*/ 168288 h 319331"/>
              <a:gd name="csX8" fmla="*/ 276478 w 482575"/>
              <a:gd name="csY8" fmla="*/ 133663 h 319331"/>
              <a:gd name="csX9" fmla="*/ 195969 w 482575"/>
              <a:gd name="csY9" fmla="*/ 94346 h 319331"/>
              <a:gd name="csX10" fmla="*/ 180055 w 482575"/>
              <a:gd name="csY10" fmla="*/ 95285 h 319331"/>
              <a:gd name="csX11" fmla="*/ 180055 w 482575"/>
              <a:gd name="csY11" fmla="*/ 0 h 319331"/>
              <a:gd name="csX12" fmla="*/ 180055 w 482575"/>
              <a:gd name="csY12" fmla="*/ 43086 h 319331"/>
              <a:gd name="csX13" fmla="*/ 188566 w 482575"/>
              <a:gd name="csY13" fmla="*/ 42579 h 319331"/>
              <a:gd name="csX14" fmla="*/ 369752 w 482575"/>
              <a:gd name="csY14" fmla="*/ 132555 h 319331"/>
              <a:gd name="csX15" fmla="*/ 202126 w 482575"/>
              <a:gd name="csY15" fmla="*/ 232386 h 319331"/>
              <a:gd name="csX16" fmla="*/ 180055 w 482575"/>
              <a:gd name="csY16" fmla="*/ 230442 h 319331"/>
              <a:gd name="csX17" fmla="*/ 180055 w 482575"/>
              <a:gd name="csY17" fmla="*/ 257075 h 319331"/>
              <a:gd name="csX18" fmla="*/ 198434 w 482575"/>
              <a:gd name="csY18" fmla="*/ 258265 h 319331"/>
              <a:gd name="csX19" fmla="*/ 391326 w 482575"/>
              <a:gd name="csY19" fmla="*/ 169512 h 319331"/>
              <a:gd name="csX20" fmla="*/ 446177 w 482575"/>
              <a:gd name="csY20" fmla="*/ 202800 h 319331"/>
              <a:gd name="csX21" fmla="*/ 199658 w 482575"/>
              <a:gd name="csY21" fmla="*/ 282921 h 319331"/>
              <a:gd name="csX22" fmla="*/ 180055 w 482575"/>
              <a:gd name="csY22" fmla="*/ 281903 h 319331"/>
              <a:gd name="csX23" fmla="*/ 180055 w 482575"/>
              <a:gd name="csY23" fmla="*/ 319332 h 319331"/>
              <a:gd name="csX24" fmla="*/ 482575 w 482575"/>
              <a:gd name="csY24" fmla="*/ 319332 h 319331"/>
              <a:gd name="csX25" fmla="*/ 482575 w 482575"/>
              <a:gd name="csY25" fmla="*/ 0 h 319331"/>
              <a:gd name="csX26" fmla="*/ 180055 w 482575"/>
              <a:gd name="csY26" fmla="*/ 0 h 319331"/>
              <a:gd name="csX27" fmla="*/ 180055 w 482575"/>
              <a:gd name="csY27" fmla="*/ 207703 h 319331"/>
              <a:gd name="csX28" fmla="*/ 180055 w 482575"/>
              <a:gd name="csY28" fmla="*/ 230442 h 319331"/>
              <a:gd name="csX29" fmla="*/ 86007 w 482575"/>
              <a:gd name="csY29" fmla="*/ 140794 h 319331"/>
              <a:gd name="csX30" fmla="*/ 180055 w 482575"/>
              <a:gd name="csY30" fmla="*/ 95285 h 319331"/>
              <a:gd name="csX31" fmla="*/ 180055 w 482575"/>
              <a:gd name="csY31" fmla="*/ 120235 h 319331"/>
              <a:gd name="csX32" fmla="*/ 179940 w 482575"/>
              <a:gd name="csY32" fmla="*/ 120222 h 319331"/>
              <a:gd name="csX33" fmla="*/ 125067 w 482575"/>
              <a:gd name="csY33" fmla="*/ 145306 h 319331"/>
              <a:gd name="csX34" fmla="*/ 180055 w 482575"/>
              <a:gd name="csY34" fmla="*/ 207703 h 319331"/>
              <a:gd name="csX35" fmla="*/ 49305 w 482575"/>
              <a:gd name="csY35" fmla="*/ 137478 h 319331"/>
              <a:gd name="csX36" fmla="*/ 180055 w 482575"/>
              <a:gd name="csY36" fmla="*/ 66441 h 319331"/>
              <a:gd name="csX37" fmla="*/ 180055 w 482575"/>
              <a:gd name="csY37" fmla="*/ 43086 h 319331"/>
              <a:gd name="csX38" fmla="*/ 0 w 482575"/>
              <a:gd name="csY38" fmla="*/ 132555 h 319331"/>
              <a:gd name="csX39" fmla="*/ 180055 w 482575"/>
              <a:gd name="csY39" fmla="*/ 281903 h 319331"/>
              <a:gd name="csX40" fmla="*/ 180055 w 482575"/>
              <a:gd name="csY40" fmla="*/ 257075 h 319331"/>
              <a:gd name="csX41" fmla="*/ 49305 w 482575"/>
              <a:gd name="csY41" fmla="*/ 137478 h 319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482575" h="319331">
                <a:moveTo>
                  <a:pt x="180055" y="95285"/>
                </a:moveTo>
                <a:lnTo>
                  <a:pt x="180055" y="66441"/>
                </a:lnTo>
                <a:cubicBezTo>
                  <a:pt x="182855" y="66241"/>
                  <a:pt x="185684" y="66092"/>
                  <a:pt x="188566" y="66002"/>
                </a:cubicBezTo>
                <a:cubicBezTo>
                  <a:pt x="267458" y="63522"/>
                  <a:pt x="319215" y="133789"/>
                  <a:pt x="319215" y="133789"/>
                </a:cubicBezTo>
                <a:cubicBezTo>
                  <a:pt x="319215" y="133789"/>
                  <a:pt x="263315" y="211432"/>
                  <a:pt x="203378" y="211432"/>
                </a:cubicBezTo>
                <a:cubicBezTo>
                  <a:pt x="194745" y="211432"/>
                  <a:pt x="187020" y="210040"/>
                  <a:pt x="180055" y="207703"/>
                </a:cubicBezTo>
                <a:lnTo>
                  <a:pt x="180055" y="120235"/>
                </a:lnTo>
                <a:cubicBezTo>
                  <a:pt x="210768" y="123945"/>
                  <a:pt x="216942" y="137511"/>
                  <a:pt x="235412" y="168288"/>
                </a:cubicBezTo>
                <a:lnTo>
                  <a:pt x="276478" y="133663"/>
                </a:lnTo>
                <a:cubicBezTo>
                  <a:pt x="276478" y="133663"/>
                  <a:pt x="246502" y="94346"/>
                  <a:pt x="195969" y="94346"/>
                </a:cubicBezTo>
                <a:cubicBezTo>
                  <a:pt x="190469" y="94346"/>
                  <a:pt x="185215" y="94736"/>
                  <a:pt x="180055" y="95285"/>
                </a:cubicBezTo>
                <a:moveTo>
                  <a:pt x="180055" y="0"/>
                </a:moveTo>
                <a:lnTo>
                  <a:pt x="180055" y="43086"/>
                </a:lnTo>
                <a:cubicBezTo>
                  <a:pt x="182886" y="42862"/>
                  <a:pt x="185722" y="42682"/>
                  <a:pt x="188566" y="42579"/>
                </a:cubicBezTo>
                <a:cubicBezTo>
                  <a:pt x="298278" y="38883"/>
                  <a:pt x="369752" y="132555"/>
                  <a:pt x="369752" y="132555"/>
                </a:cubicBezTo>
                <a:cubicBezTo>
                  <a:pt x="369752" y="132555"/>
                  <a:pt x="287653" y="232386"/>
                  <a:pt x="202126" y="232386"/>
                </a:cubicBezTo>
                <a:cubicBezTo>
                  <a:pt x="194289" y="232386"/>
                  <a:pt x="186950" y="231662"/>
                  <a:pt x="180055" y="230442"/>
                </a:cubicBezTo>
                <a:lnTo>
                  <a:pt x="180055" y="257075"/>
                </a:lnTo>
                <a:cubicBezTo>
                  <a:pt x="185953" y="257825"/>
                  <a:pt x="192059" y="258265"/>
                  <a:pt x="198434" y="258265"/>
                </a:cubicBezTo>
                <a:cubicBezTo>
                  <a:pt x="278030" y="258265"/>
                  <a:pt x="335587" y="217621"/>
                  <a:pt x="391326" y="169512"/>
                </a:cubicBezTo>
                <a:cubicBezTo>
                  <a:pt x="400561" y="176911"/>
                  <a:pt x="438397" y="194911"/>
                  <a:pt x="446177" y="202800"/>
                </a:cubicBezTo>
                <a:cubicBezTo>
                  <a:pt x="393178" y="247164"/>
                  <a:pt x="269675" y="282921"/>
                  <a:pt x="199658" y="282921"/>
                </a:cubicBezTo>
                <a:cubicBezTo>
                  <a:pt x="192911" y="282921"/>
                  <a:pt x="186422" y="282513"/>
                  <a:pt x="180055" y="281903"/>
                </a:cubicBezTo>
                <a:lnTo>
                  <a:pt x="180055" y="319332"/>
                </a:lnTo>
                <a:lnTo>
                  <a:pt x="482575" y="319332"/>
                </a:lnTo>
                <a:lnTo>
                  <a:pt x="482575" y="0"/>
                </a:lnTo>
                <a:lnTo>
                  <a:pt x="180055" y="0"/>
                </a:lnTo>
                <a:close/>
                <a:moveTo>
                  <a:pt x="180055" y="207703"/>
                </a:moveTo>
                <a:lnTo>
                  <a:pt x="180055" y="230442"/>
                </a:lnTo>
                <a:cubicBezTo>
                  <a:pt x="106440" y="217317"/>
                  <a:pt x="86007" y="140794"/>
                  <a:pt x="86007" y="140794"/>
                </a:cubicBezTo>
                <a:cubicBezTo>
                  <a:pt x="86007" y="140794"/>
                  <a:pt x="121351" y="101631"/>
                  <a:pt x="180055" y="95285"/>
                </a:cubicBezTo>
                <a:lnTo>
                  <a:pt x="180055" y="120235"/>
                </a:lnTo>
                <a:cubicBezTo>
                  <a:pt x="180010" y="120235"/>
                  <a:pt x="179980" y="120222"/>
                  <a:pt x="179940" y="120222"/>
                </a:cubicBezTo>
                <a:cubicBezTo>
                  <a:pt x="149136" y="116523"/>
                  <a:pt x="125067" y="145306"/>
                  <a:pt x="125067" y="145306"/>
                </a:cubicBezTo>
                <a:cubicBezTo>
                  <a:pt x="125067" y="145306"/>
                  <a:pt x="138551" y="193758"/>
                  <a:pt x="180055" y="207703"/>
                </a:cubicBezTo>
                <a:moveTo>
                  <a:pt x="49305" y="137478"/>
                </a:moveTo>
                <a:cubicBezTo>
                  <a:pt x="49305" y="137478"/>
                  <a:pt x="92936" y="73097"/>
                  <a:pt x="180055" y="66441"/>
                </a:cubicBezTo>
                <a:lnTo>
                  <a:pt x="180055" y="43086"/>
                </a:lnTo>
                <a:cubicBezTo>
                  <a:pt x="83562" y="50831"/>
                  <a:pt x="0" y="132555"/>
                  <a:pt x="0" y="132555"/>
                </a:cubicBezTo>
                <a:cubicBezTo>
                  <a:pt x="0" y="132555"/>
                  <a:pt x="47325" y="269377"/>
                  <a:pt x="180055" y="281903"/>
                </a:cubicBezTo>
                <a:lnTo>
                  <a:pt x="180055" y="257075"/>
                </a:lnTo>
                <a:cubicBezTo>
                  <a:pt x="82654" y="244821"/>
                  <a:pt x="49305" y="137478"/>
                  <a:pt x="49305" y="137478"/>
                </a:cubicBezTo>
                <a:close/>
              </a:path>
            </a:pathLst>
          </a:custGeom>
          <a:solidFill>
            <a:schemeClr val="accent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(Source) Placeholder">
            <a:extLst>
              <a:ext uri="{FF2B5EF4-FFF2-40B4-BE49-F238E27FC236}">
                <a16:creationId xmlns:a16="http://schemas.microsoft.com/office/drawing/2014/main" id="{0E4A60D0-5397-ABC9-FE03-087E7A6EB45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B4341D-16B7-2959-D364-4D9AA46989A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DDD634F0-995B-6ADD-C541-C4E58AC01BA0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1202180" y="1828800"/>
            <a:ext cx="13545020" cy="16916399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0D6BCA0B-3199-C486-B37E-4B93FF7624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5943600"/>
            <a:ext cx="16459200" cy="12801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A26421D-9787-61F2-FBDF-8D6244254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164592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582820-14A4-7D67-5C91-23BC79A323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164592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168145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stitial Single Image w/ QR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Text">
            <a:extLst>
              <a:ext uri="{FF2B5EF4-FFF2-40B4-BE49-F238E27FC236}">
                <a16:creationId xmlns:a16="http://schemas.microsoft.com/office/drawing/2014/main" id="{9D6F27D6-4614-ED9E-5693-91C78E06D5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4543020" y="19448330"/>
            <a:ext cx="1119785" cy="209889"/>
          </a:xfrm>
          <a:custGeom>
            <a:avLst/>
            <a:gdLst>
              <a:gd name="csX0" fmla="*/ 465673 w 1119785"/>
              <a:gd name="csY0" fmla="*/ 284 h 209889"/>
              <a:gd name="csX1" fmla="*/ 465694 w 1119785"/>
              <a:gd name="csY1" fmla="*/ 209890 h 209889"/>
              <a:gd name="csX2" fmla="*/ 524892 w 1119785"/>
              <a:gd name="csY2" fmla="*/ 209890 h 209889"/>
              <a:gd name="csX3" fmla="*/ 524892 w 1119785"/>
              <a:gd name="csY3" fmla="*/ 288 h 209889"/>
              <a:gd name="csX4" fmla="*/ 465673 w 1119785"/>
              <a:gd name="csY4" fmla="*/ 284 h 209889"/>
              <a:gd name="csX5" fmla="*/ 0 w 1119785"/>
              <a:gd name="csY5" fmla="*/ 0 h 209889"/>
              <a:gd name="csX6" fmla="*/ 0 w 1119785"/>
              <a:gd name="csY6" fmla="*/ 209890 h 209889"/>
              <a:gd name="csX7" fmla="*/ 59719 w 1119785"/>
              <a:gd name="csY7" fmla="*/ 209890 h 209889"/>
              <a:gd name="csX8" fmla="*/ 59719 w 1119785"/>
              <a:gd name="csY8" fmla="*/ 50517 h 209889"/>
              <a:gd name="csX9" fmla="*/ 105986 w 1119785"/>
              <a:gd name="csY9" fmla="*/ 50533 h 209889"/>
              <a:gd name="csX10" fmla="*/ 139614 w 1119785"/>
              <a:gd name="csY10" fmla="*/ 62228 h 209889"/>
              <a:gd name="csX11" fmla="*/ 152802 w 1119785"/>
              <a:gd name="csY11" fmla="*/ 117726 h 209889"/>
              <a:gd name="csX12" fmla="*/ 152802 w 1119785"/>
              <a:gd name="csY12" fmla="*/ 209890 h 209889"/>
              <a:gd name="csX13" fmla="*/ 210658 w 1119785"/>
              <a:gd name="csY13" fmla="*/ 209880 h 209889"/>
              <a:gd name="csX14" fmla="*/ 210665 w 1119785"/>
              <a:gd name="csY14" fmla="*/ 93927 h 209889"/>
              <a:gd name="csX15" fmla="*/ 106298 w 1119785"/>
              <a:gd name="csY15" fmla="*/ 0 h 209889"/>
              <a:gd name="csX16" fmla="*/ 0 w 1119785"/>
              <a:gd name="csY16" fmla="*/ 0 h 209889"/>
              <a:gd name="csX17" fmla="*/ 560987 w 1119785"/>
              <a:gd name="csY17" fmla="*/ 292 h 209889"/>
              <a:gd name="csX18" fmla="*/ 560987 w 1119785"/>
              <a:gd name="csY18" fmla="*/ 209890 h 209889"/>
              <a:gd name="csX19" fmla="*/ 657002 w 1119785"/>
              <a:gd name="csY19" fmla="*/ 209890 h 209889"/>
              <a:gd name="csX20" fmla="*/ 742915 w 1119785"/>
              <a:gd name="csY20" fmla="*/ 182307 h 209889"/>
              <a:gd name="csX21" fmla="*/ 763926 w 1119785"/>
              <a:gd name="csY21" fmla="*/ 107395 h 209889"/>
              <a:gd name="csX22" fmla="*/ 744763 w 1119785"/>
              <a:gd name="csY22" fmla="*/ 35282 h 209889"/>
              <a:gd name="csX23" fmla="*/ 644072 w 1119785"/>
              <a:gd name="csY23" fmla="*/ 292 h 209889"/>
              <a:gd name="csX24" fmla="*/ 560987 w 1119785"/>
              <a:gd name="csY24" fmla="*/ 292 h 209889"/>
              <a:gd name="csX25" fmla="*/ 619712 w 1119785"/>
              <a:gd name="csY25" fmla="*/ 45930 h 209889"/>
              <a:gd name="csX26" fmla="*/ 645163 w 1119785"/>
              <a:gd name="csY26" fmla="*/ 45930 h 209889"/>
              <a:gd name="csX27" fmla="*/ 705965 w 1119785"/>
              <a:gd name="csY27" fmla="*/ 105536 h 209889"/>
              <a:gd name="csX28" fmla="*/ 645163 w 1119785"/>
              <a:gd name="csY28" fmla="*/ 165153 h 209889"/>
              <a:gd name="csX29" fmla="*/ 619712 w 1119785"/>
              <a:gd name="csY29" fmla="*/ 165153 h 209889"/>
              <a:gd name="csX30" fmla="*/ 619712 w 1119785"/>
              <a:gd name="csY30" fmla="*/ 45930 h 209889"/>
              <a:gd name="csX31" fmla="*/ 380323 w 1119785"/>
              <a:gd name="csY31" fmla="*/ 292 h 209889"/>
              <a:gd name="csX32" fmla="*/ 330923 w 1119785"/>
              <a:gd name="csY32" fmla="*/ 166410 h 209889"/>
              <a:gd name="csX33" fmla="*/ 283578 w 1119785"/>
              <a:gd name="csY33" fmla="*/ 302 h 209889"/>
              <a:gd name="csX34" fmla="*/ 219677 w 1119785"/>
              <a:gd name="csY34" fmla="*/ 292 h 209889"/>
              <a:gd name="csX35" fmla="*/ 287289 w 1119785"/>
              <a:gd name="csY35" fmla="*/ 209890 h 209889"/>
              <a:gd name="csX36" fmla="*/ 372604 w 1119785"/>
              <a:gd name="csY36" fmla="*/ 209890 h 209889"/>
              <a:gd name="csX37" fmla="*/ 440744 w 1119785"/>
              <a:gd name="csY37" fmla="*/ 292 h 209889"/>
              <a:gd name="csX38" fmla="*/ 380323 w 1119785"/>
              <a:gd name="csY38" fmla="*/ 292 h 209889"/>
              <a:gd name="csX39" fmla="*/ 791468 w 1119785"/>
              <a:gd name="csY39" fmla="*/ 209890 h 209889"/>
              <a:gd name="csX40" fmla="*/ 850673 w 1119785"/>
              <a:gd name="csY40" fmla="*/ 209890 h 209889"/>
              <a:gd name="csX41" fmla="*/ 850673 w 1119785"/>
              <a:gd name="csY41" fmla="*/ 302 h 209889"/>
              <a:gd name="csX42" fmla="*/ 791454 w 1119785"/>
              <a:gd name="csY42" fmla="*/ 292 h 209889"/>
              <a:gd name="csX43" fmla="*/ 791468 w 1119785"/>
              <a:gd name="csY43" fmla="*/ 209890 h 209889"/>
              <a:gd name="csX44" fmla="*/ 957416 w 1119785"/>
              <a:gd name="csY44" fmla="*/ 367 h 209889"/>
              <a:gd name="csX45" fmla="*/ 874755 w 1119785"/>
              <a:gd name="csY45" fmla="*/ 209818 h 209889"/>
              <a:gd name="csX46" fmla="*/ 933125 w 1119785"/>
              <a:gd name="csY46" fmla="*/ 209818 h 209889"/>
              <a:gd name="csX47" fmla="*/ 946202 w 1119785"/>
              <a:gd name="csY47" fmla="*/ 172798 h 209889"/>
              <a:gd name="csX48" fmla="*/ 1044030 w 1119785"/>
              <a:gd name="csY48" fmla="*/ 172798 h 209889"/>
              <a:gd name="csX49" fmla="*/ 1056412 w 1119785"/>
              <a:gd name="csY49" fmla="*/ 209818 h 209889"/>
              <a:gd name="csX50" fmla="*/ 1119785 w 1119785"/>
              <a:gd name="csY50" fmla="*/ 209818 h 209889"/>
              <a:gd name="csX51" fmla="*/ 1036492 w 1119785"/>
              <a:gd name="csY51" fmla="*/ 349 h 209889"/>
              <a:gd name="csX52" fmla="*/ 957416 w 1119785"/>
              <a:gd name="csY52" fmla="*/ 367 h 209889"/>
              <a:gd name="csX53" fmla="*/ 995846 w 1119785"/>
              <a:gd name="csY53" fmla="*/ 38579 h 209889"/>
              <a:gd name="csX54" fmla="*/ 1031705 w 1119785"/>
              <a:gd name="csY54" fmla="*/ 136703 h 209889"/>
              <a:gd name="csX55" fmla="*/ 958854 w 1119785"/>
              <a:gd name="csY55" fmla="*/ 136703 h 209889"/>
              <a:gd name="csX56" fmla="*/ 995846 w 1119785"/>
              <a:gd name="csY56" fmla="*/ 38579 h 2098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119785" h="209889">
                <a:moveTo>
                  <a:pt x="465673" y="284"/>
                </a:moveTo>
                <a:lnTo>
                  <a:pt x="465694" y="209890"/>
                </a:lnTo>
                <a:lnTo>
                  <a:pt x="524892" y="209890"/>
                </a:lnTo>
                <a:lnTo>
                  <a:pt x="524892" y="288"/>
                </a:lnTo>
                <a:lnTo>
                  <a:pt x="465673" y="284"/>
                </a:lnTo>
                <a:close/>
                <a:moveTo>
                  <a:pt x="0" y="0"/>
                </a:moveTo>
                <a:lnTo>
                  <a:pt x="0" y="209890"/>
                </a:lnTo>
                <a:lnTo>
                  <a:pt x="59719" y="209890"/>
                </a:lnTo>
                <a:lnTo>
                  <a:pt x="59719" y="50517"/>
                </a:lnTo>
                <a:lnTo>
                  <a:pt x="105986" y="50533"/>
                </a:lnTo>
                <a:cubicBezTo>
                  <a:pt x="121313" y="50533"/>
                  <a:pt x="132229" y="54347"/>
                  <a:pt x="139614" y="62228"/>
                </a:cubicBezTo>
                <a:cubicBezTo>
                  <a:pt x="148980" y="72206"/>
                  <a:pt x="152802" y="88290"/>
                  <a:pt x="152802" y="117726"/>
                </a:cubicBezTo>
                <a:lnTo>
                  <a:pt x="152802" y="209890"/>
                </a:lnTo>
                <a:lnTo>
                  <a:pt x="210658" y="209880"/>
                </a:lnTo>
                <a:lnTo>
                  <a:pt x="210665" y="93927"/>
                </a:lnTo>
                <a:cubicBezTo>
                  <a:pt x="210665" y="11161"/>
                  <a:pt x="157909" y="0"/>
                  <a:pt x="106298" y="0"/>
                </a:cubicBezTo>
                <a:lnTo>
                  <a:pt x="0" y="0"/>
                </a:lnTo>
                <a:moveTo>
                  <a:pt x="560987" y="292"/>
                </a:moveTo>
                <a:lnTo>
                  <a:pt x="560987" y="209890"/>
                </a:lnTo>
                <a:lnTo>
                  <a:pt x="657002" y="209890"/>
                </a:lnTo>
                <a:cubicBezTo>
                  <a:pt x="708161" y="209890"/>
                  <a:pt x="724857" y="201382"/>
                  <a:pt x="742915" y="182307"/>
                </a:cubicBezTo>
                <a:cubicBezTo>
                  <a:pt x="755679" y="168916"/>
                  <a:pt x="763926" y="139520"/>
                  <a:pt x="763926" y="107395"/>
                </a:cubicBezTo>
                <a:cubicBezTo>
                  <a:pt x="763926" y="77934"/>
                  <a:pt x="756943" y="51650"/>
                  <a:pt x="744763" y="35282"/>
                </a:cubicBezTo>
                <a:cubicBezTo>
                  <a:pt x="722835" y="6013"/>
                  <a:pt x="691235" y="292"/>
                  <a:pt x="644072" y="292"/>
                </a:cubicBezTo>
                <a:lnTo>
                  <a:pt x="560987" y="292"/>
                </a:lnTo>
                <a:close/>
                <a:moveTo>
                  <a:pt x="619712" y="45930"/>
                </a:moveTo>
                <a:lnTo>
                  <a:pt x="645163" y="45930"/>
                </a:lnTo>
                <a:cubicBezTo>
                  <a:pt x="682085" y="45930"/>
                  <a:pt x="705965" y="62512"/>
                  <a:pt x="705965" y="105536"/>
                </a:cubicBezTo>
                <a:cubicBezTo>
                  <a:pt x="705965" y="148571"/>
                  <a:pt x="682085" y="165153"/>
                  <a:pt x="645163" y="165153"/>
                </a:cubicBezTo>
                <a:lnTo>
                  <a:pt x="619712" y="165153"/>
                </a:lnTo>
                <a:lnTo>
                  <a:pt x="619712" y="45930"/>
                </a:lnTo>
                <a:close/>
                <a:moveTo>
                  <a:pt x="380323" y="292"/>
                </a:moveTo>
                <a:lnTo>
                  <a:pt x="330923" y="166410"/>
                </a:lnTo>
                <a:lnTo>
                  <a:pt x="283578" y="302"/>
                </a:lnTo>
                <a:lnTo>
                  <a:pt x="219677" y="292"/>
                </a:lnTo>
                <a:lnTo>
                  <a:pt x="287289" y="209890"/>
                </a:lnTo>
                <a:lnTo>
                  <a:pt x="372604" y="209890"/>
                </a:lnTo>
                <a:lnTo>
                  <a:pt x="440744" y="292"/>
                </a:lnTo>
                <a:lnTo>
                  <a:pt x="380323" y="292"/>
                </a:lnTo>
                <a:close/>
                <a:moveTo>
                  <a:pt x="791468" y="209890"/>
                </a:moveTo>
                <a:lnTo>
                  <a:pt x="850673" y="209890"/>
                </a:lnTo>
                <a:lnTo>
                  <a:pt x="850673" y="302"/>
                </a:lnTo>
                <a:lnTo>
                  <a:pt x="791454" y="292"/>
                </a:lnTo>
                <a:lnTo>
                  <a:pt x="791468" y="209890"/>
                </a:lnTo>
                <a:close/>
                <a:moveTo>
                  <a:pt x="957416" y="367"/>
                </a:moveTo>
                <a:lnTo>
                  <a:pt x="874755" y="209818"/>
                </a:lnTo>
                <a:lnTo>
                  <a:pt x="933125" y="209818"/>
                </a:lnTo>
                <a:lnTo>
                  <a:pt x="946202" y="172798"/>
                </a:lnTo>
                <a:lnTo>
                  <a:pt x="1044030" y="172798"/>
                </a:lnTo>
                <a:lnTo>
                  <a:pt x="1056412" y="209818"/>
                </a:lnTo>
                <a:lnTo>
                  <a:pt x="1119785" y="209818"/>
                </a:lnTo>
                <a:lnTo>
                  <a:pt x="1036492" y="349"/>
                </a:lnTo>
                <a:lnTo>
                  <a:pt x="957416" y="367"/>
                </a:lnTo>
                <a:close/>
                <a:moveTo>
                  <a:pt x="995846" y="38579"/>
                </a:moveTo>
                <a:lnTo>
                  <a:pt x="1031705" y="136703"/>
                </a:lnTo>
                <a:lnTo>
                  <a:pt x="958854" y="136703"/>
                </a:lnTo>
                <a:lnTo>
                  <a:pt x="995846" y="38579"/>
                </a:lnTo>
                <a:close/>
              </a:path>
            </a:pathLst>
          </a:custGeom>
          <a:solidFill>
            <a:schemeClr val="tx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Logo Eye">
            <a:extLst>
              <a:ext uri="{FF2B5EF4-FFF2-40B4-BE49-F238E27FC236}">
                <a16:creationId xmlns:a16="http://schemas.microsoft.com/office/drawing/2014/main" id="{985EF0C2-DA2E-AAEA-FFD4-BAAA50EFB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3981198" y="19388273"/>
            <a:ext cx="482575" cy="319331"/>
          </a:xfrm>
          <a:custGeom>
            <a:avLst/>
            <a:gdLst>
              <a:gd name="csX0" fmla="*/ 180055 w 482575"/>
              <a:gd name="csY0" fmla="*/ 95285 h 319331"/>
              <a:gd name="csX1" fmla="*/ 180055 w 482575"/>
              <a:gd name="csY1" fmla="*/ 66441 h 319331"/>
              <a:gd name="csX2" fmla="*/ 188566 w 482575"/>
              <a:gd name="csY2" fmla="*/ 66002 h 319331"/>
              <a:gd name="csX3" fmla="*/ 319215 w 482575"/>
              <a:gd name="csY3" fmla="*/ 133789 h 319331"/>
              <a:gd name="csX4" fmla="*/ 203378 w 482575"/>
              <a:gd name="csY4" fmla="*/ 211432 h 319331"/>
              <a:gd name="csX5" fmla="*/ 180055 w 482575"/>
              <a:gd name="csY5" fmla="*/ 207703 h 319331"/>
              <a:gd name="csX6" fmla="*/ 180055 w 482575"/>
              <a:gd name="csY6" fmla="*/ 120235 h 319331"/>
              <a:gd name="csX7" fmla="*/ 235412 w 482575"/>
              <a:gd name="csY7" fmla="*/ 168288 h 319331"/>
              <a:gd name="csX8" fmla="*/ 276478 w 482575"/>
              <a:gd name="csY8" fmla="*/ 133663 h 319331"/>
              <a:gd name="csX9" fmla="*/ 195969 w 482575"/>
              <a:gd name="csY9" fmla="*/ 94346 h 319331"/>
              <a:gd name="csX10" fmla="*/ 180055 w 482575"/>
              <a:gd name="csY10" fmla="*/ 95285 h 319331"/>
              <a:gd name="csX11" fmla="*/ 180055 w 482575"/>
              <a:gd name="csY11" fmla="*/ 0 h 319331"/>
              <a:gd name="csX12" fmla="*/ 180055 w 482575"/>
              <a:gd name="csY12" fmla="*/ 43086 h 319331"/>
              <a:gd name="csX13" fmla="*/ 188566 w 482575"/>
              <a:gd name="csY13" fmla="*/ 42579 h 319331"/>
              <a:gd name="csX14" fmla="*/ 369752 w 482575"/>
              <a:gd name="csY14" fmla="*/ 132555 h 319331"/>
              <a:gd name="csX15" fmla="*/ 202126 w 482575"/>
              <a:gd name="csY15" fmla="*/ 232386 h 319331"/>
              <a:gd name="csX16" fmla="*/ 180055 w 482575"/>
              <a:gd name="csY16" fmla="*/ 230442 h 319331"/>
              <a:gd name="csX17" fmla="*/ 180055 w 482575"/>
              <a:gd name="csY17" fmla="*/ 257075 h 319331"/>
              <a:gd name="csX18" fmla="*/ 198434 w 482575"/>
              <a:gd name="csY18" fmla="*/ 258265 h 319331"/>
              <a:gd name="csX19" fmla="*/ 391326 w 482575"/>
              <a:gd name="csY19" fmla="*/ 169512 h 319331"/>
              <a:gd name="csX20" fmla="*/ 446177 w 482575"/>
              <a:gd name="csY20" fmla="*/ 202800 h 319331"/>
              <a:gd name="csX21" fmla="*/ 199658 w 482575"/>
              <a:gd name="csY21" fmla="*/ 282921 h 319331"/>
              <a:gd name="csX22" fmla="*/ 180055 w 482575"/>
              <a:gd name="csY22" fmla="*/ 281903 h 319331"/>
              <a:gd name="csX23" fmla="*/ 180055 w 482575"/>
              <a:gd name="csY23" fmla="*/ 319332 h 319331"/>
              <a:gd name="csX24" fmla="*/ 482575 w 482575"/>
              <a:gd name="csY24" fmla="*/ 319332 h 319331"/>
              <a:gd name="csX25" fmla="*/ 482575 w 482575"/>
              <a:gd name="csY25" fmla="*/ 0 h 319331"/>
              <a:gd name="csX26" fmla="*/ 180055 w 482575"/>
              <a:gd name="csY26" fmla="*/ 0 h 319331"/>
              <a:gd name="csX27" fmla="*/ 180055 w 482575"/>
              <a:gd name="csY27" fmla="*/ 207703 h 319331"/>
              <a:gd name="csX28" fmla="*/ 180055 w 482575"/>
              <a:gd name="csY28" fmla="*/ 230442 h 319331"/>
              <a:gd name="csX29" fmla="*/ 86007 w 482575"/>
              <a:gd name="csY29" fmla="*/ 140794 h 319331"/>
              <a:gd name="csX30" fmla="*/ 180055 w 482575"/>
              <a:gd name="csY30" fmla="*/ 95285 h 319331"/>
              <a:gd name="csX31" fmla="*/ 180055 w 482575"/>
              <a:gd name="csY31" fmla="*/ 120235 h 319331"/>
              <a:gd name="csX32" fmla="*/ 179940 w 482575"/>
              <a:gd name="csY32" fmla="*/ 120222 h 319331"/>
              <a:gd name="csX33" fmla="*/ 125067 w 482575"/>
              <a:gd name="csY33" fmla="*/ 145306 h 319331"/>
              <a:gd name="csX34" fmla="*/ 180055 w 482575"/>
              <a:gd name="csY34" fmla="*/ 207703 h 319331"/>
              <a:gd name="csX35" fmla="*/ 49305 w 482575"/>
              <a:gd name="csY35" fmla="*/ 137478 h 319331"/>
              <a:gd name="csX36" fmla="*/ 180055 w 482575"/>
              <a:gd name="csY36" fmla="*/ 66441 h 319331"/>
              <a:gd name="csX37" fmla="*/ 180055 w 482575"/>
              <a:gd name="csY37" fmla="*/ 43086 h 319331"/>
              <a:gd name="csX38" fmla="*/ 0 w 482575"/>
              <a:gd name="csY38" fmla="*/ 132555 h 319331"/>
              <a:gd name="csX39" fmla="*/ 180055 w 482575"/>
              <a:gd name="csY39" fmla="*/ 281903 h 319331"/>
              <a:gd name="csX40" fmla="*/ 180055 w 482575"/>
              <a:gd name="csY40" fmla="*/ 257075 h 319331"/>
              <a:gd name="csX41" fmla="*/ 49305 w 482575"/>
              <a:gd name="csY41" fmla="*/ 137478 h 319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482575" h="319331">
                <a:moveTo>
                  <a:pt x="180055" y="95285"/>
                </a:moveTo>
                <a:lnTo>
                  <a:pt x="180055" y="66441"/>
                </a:lnTo>
                <a:cubicBezTo>
                  <a:pt x="182855" y="66241"/>
                  <a:pt x="185684" y="66092"/>
                  <a:pt x="188566" y="66002"/>
                </a:cubicBezTo>
                <a:cubicBezTo>
                  <a:pt x="267458" y="63522"/>
                  <a:pt x="319215" y="133789"/>
                  <a:pt x="319215" y="133789"/>
                </a:cubicBezTo>
                <a:cubicBezTo>
                  <a:pt x="319215" y="133789"/>
                  <a:pt x="263315" y="211432"/>
                  <a:pt x="203378" y="211432"/>
                </a:cubicBezTo>
                <a:cubicBezTo>
                  <a:pt x="194745" y="211432"/>
                  <a:pt x="187020" y="210040"/>
                  <a:pt x="180055" y="207703"/>
                </a:cubicBezTo>
                <a:lnTo>
                  <a:pt x="180055" y="120235"/>
                </a:lnTo>
                <a:cubicBezTo>
                  <a:pt x="210768" y="123945"/>
                  <a:pt x="216942" y="137511"/>
                  <a:pt x="235412" y="168288"/>
                </a:cubicBezTo>
                <a:lnTo>
                  <a:pt x="276478" y="133663"/>
                </a:lnTo>
                <a:cubicBezTo>
                  <a:pt x="276478" y="133663"/>
                  <a:pt x="246502" y="94346"/>
                  <a:pt x="195969" y="94346"/>
                </a:cubicBezTo>
                <a:cubicBezTo>
                  <a:pt x="190469" y="94346"/>
                  <a:pt x="185215" y="94736"/>
                  <a:pt x="180055" y="95285"/>
                </a:cubicBezTo>
                <a:moveTo>
                  <a:pt x="180055" y="0"/>
                </a:moveTo>
                <a:lnTo>
                  <a:pt x="180055" y="43086"/>
                </a:lnTo>
                <a:cubicBezTo>
                  <a:pt x="182886" y="42862"/>
                  <a:pt x="185722" y="42682"/>
                  <a:pt x="188566" y="42579"/>
                </a:cubicBezTo>
                <a:cubicBezTo>
                  <a:pt x="298278" y="38883"/>
                  <a:pt x="369752" y="132555"/>
                  <a:pt x="369752" y="132555"/>
                </a:cubicBezTo>
                <a:cubicBezTo>
                  <a:pt x="369752" y="132555"/>
                  <a:pt x="287653" y="232386"/>
                  <a:pt x="202126" y="232386"/>
                </a:cubicBezTo>
                <a:cubicBezTo>
                  <a:pt x="194289" y="232386"/>
                  <a:pt x="186950" y="231662"/>
                  <a:pt x="180055" y="230442"/>
                </a:cubicBezTo>
                <a:lnTo>
                  <a:pt x="180055" y="257075"/>
                </a:lnTo>
                <a:cubicBezTo>
                  <a:pt x="185953" y="257825"/>
                  <a:pt x="192059" y="258265"/>
                  <a:pt x="198434" y="258265"/>
                </a:cubicBezTo>
                <a:cubicBezTo>
                  <a:pt x="278030" y="258265"/>
                  <a:pt x="335587" y="217621"/>
                  <a:pt x="391326" y="169512"/>
                </a:cubicBezTo>
                <a:cubicBezTo>
                  <a:pt x="400561" y="176911"/>
                  <a:pt x="438397" y="194911"/>
                  <a:pt x="446177" y="202800"/>
                </a:cubicBezTo>
                <a:cubicBezTo>
                  <a:pt x="393178" y="247164"/>
                  <a:pt x="269675" y="282921"/>
                  <a:pt x="199658" y="282921"/>
                </a:cubicBezTo>
                <a:cubicBezTo>
                  <a:pt x="192911" y="282921"/>
                  <a:pt x="186422" y="282513"/>
                  <a:pt x="180055" y="281903"/>
                </a:cubicBezTo>
                <a:lnTo>
                  <a:pt x="180055" y="319332"/>
                </a:lnTo>
                <a:lnTo>
                  <a:pt x="482575" y="319332"/>
                </a:lnTo>
                <a:lnTo>
                  <a:pt x="482575" y="0"/>
                </a:lnTo>
                <a:lnTo>
                  <a:pt x="180055" y="0"/>
                </a:lnTo>
                <a:close/>
                <a:moveTo>
                  <a:pt x="180055" y="207703"/>
                </a:moveTo>
                <a:lnTo>
                  <a:pt x="180055" y="230442"/>
                </a:lnTo>
                <a:cubicBezTo>
                  <a:pt x="106440" y="217317"/>
                  <a:pt x="86007" y="140794"/>
                  <a:pt x="86007" y="140794"/>
                </a:cubicBezTo>
                <a:cubicBezTo>
                  <a:pt x="86007" y="140794"/>
                  <a:pt x="121351" y="101631"/>
                  <a:pt x="180055" y="95285"/>
                </a:cubicBezTo>
                <a:lnTo>
                  <a:pt x="180055" y="120235"/>
                </a:lnTo>
                <a:cubicBezTo>
                  <a:pt x="180010" y="120235"/>
                  <a:pt x="179980" y="120222"/>
                  <a:pt x="179940" y="120222"/>
                </a:cubicBezTo>
                <a:cubicBezTo>
                  <a:pt x="149136" y="116523"/>
                  <a:pt x="125067" y="145306"/>
                  <a:pt x="125067" y="145306"/>
                </a:cubicBezTo>
                <a:cubicBezTo>
                  <a:pt x="125067" y="145306"/>
                  <a:pt x="138551" y="193758"/>
                  <a:pt x="180055" y="207703"/>
                </a:cubicBezTo>
                <a:moveTo>
                  <a:pt x="49305" y="137478"/>
                </a:moveTo>
                <a:cubicBezTo>
                  <a:pt x="49305" y="137478"/>
                  <a:pt x="92936" y="73097"/>
                  <a:pt x="180055" y="66441"/>
                </a:cubicBezTo>
                <a:lnTo>
                  <a:pt x="180055" y="43086"/>
                </a:lnTo>
                <a:cubicBezTo>
                  <a:pt x="83562" y="50831"/>
                  <a:pt x="0" y="132555"/>
                  <a:pt x="0" y="132555"/>
                </a:cubicBezTo>
                <a:cubicBezTo>
                  <a:pt x="0" y="132555"/>
                  <a:pt x="47325" y="269377"/>
                  <a:pt x="180055" y="281903"/>
                </a:cubicBezTo>
                <a:lnTo>
                  <a:pt x="180055" y="257075"/>
                </a:lnTo>
                <a:cubicBezTo>
                  <a:pt x="82654" y="244821"/>
                  <a:pt x="49305" y="137478"/>
                  <a:pt x="49305" y="137478"/>
                </a:cubicBezTo>
                <a:close/>
              </a:path>
            </a:pathLst>
          </a:custGeom>
          <a:solidFill>
            <a:schemeClr val="accent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B4341D-16B7-2959-D364-4D9AA46989A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Picture Placeholder">
            <a:extLst>
              <a:ext uri="{FF2B5EF4-FFF2-40B4-BE49-F238E27FC236}">
                <a16:creationId xmlns:a16="http://schemas.microsoft.com/office/drawing/2014/main" id="{DDD634F0-995B-6ADD-C541-C4E58AC01BA0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1202180" y="1828800"/>
            <a:ext cx="13545020" cy="16916399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9" name="URL Placeholder">
            <a:extLst>
              <a:ext uri="{FF2B5EF4-FFF2-40B4-BE49-F238E27FC236}">
                <a16:creationId xmlns:a16="http://schemas.microsoft.com/office/drawing/2014/main" id="{5226E1C4-07C1-2954-049D-77E09DA1342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16651" y="16323353"/>
            <a:ext cx="4572000" cy="701731"/>
          </a:xfrm>
        </p:spPr>
        <p:txBody>
          <a:bodyPr wrap="square" anchor="ctr">
            <a:noAutofit/>
          </a:bodyPr>
          <a:lstStyle>
            <a:lvl1pPr>
              <a:buNone/>
              <a:defRPr lang="en-US" sz="4400" b="1" u="sng" kern="100" baseline="0" dirty="0" smtClean="0">
                <a:solidFill>
                  <a:schemeClr val="tx1"/>
                </a:solidFill>
                <a:uFill>
                  <a:solidFill>
                    <a:schemeClr val="accent1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1pPr>
            <a:lvl2pPr>
              <a:defRPr lang="en-US" sz="4400" b="1" u="sng" kern="1200" dirty="0" smtClean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2pPr>
            <a:lvl3pPr>
              <a:defRPr lang="en-US" sz="4400" b="1" u="sng" kern="1200" dirty="0" smtClean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3pPr>
            <a:lvl4pPr>
              <a:defRPr lang="en-US" sz="4400" b="1" u="sng" kern="1200" dirty="0" smtClean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4pPr>
            <a:lvl5pPr>
              <a:defRPr lang="en-US" sz="4400" b="1" u="sng" kern="1200" dirty="0">
                <a:solidFill>
                  <a:schemeClr val="tx1"/>
                </a:solidFill>
                <a:uFill>
                  <a:solidFill>
                    <a:schemeClr val="tx2"/>
                  </a:solidFill>
                </a:uFill>
                <a:latin typeface="NVIDIA Sans" panose="020B0503020203020204" pitchFamily="34" charset="0"/>
                <a:ea typeface="+mn-ea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 dirty="0"/>
              <a:t>URL text</a:t>
            </a:r>
          </a:p>
        </p:txBody>
      </p:sp>
      <p:sp>
        <p:nvSpPr>
          <p:cNvPr id="2" name="QR Placeholder">
            <a:extLst>
              <a:ext uri="{FF2B5EF4-FFF2-40B4-BE49-F238E27FC236}">
                <a16:creationId xmlns:a16="http://schemas.microsoft.com/office/drawing/2014/main" id="{047A5165-7513-5095-7248-ADE53DEB1B9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1426464" y="14392656"/>
            <a:ext cx="4572000" cy="4572000"/>
          </a:xfrm>
          <a:noFill/>
          <a:ln>
            <a:noFill/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0D6BCA0B-3199-C486-B37E-4B93FF7624D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5943600"/>
            <a:ext cx="16459200" cy="822960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A26421D-9787-61F2-FBDF-8D6244254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16459200" cy="914400"/>
          </a:xfrm>
        </p:spPr>
        <p:txBody>
          <a:bodyPr tIns="91440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74582820-14A4-7D67-5C91-23BC79A323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16459200" cy="2468880"/>
          </a:xfrm>
        </p:spPr>
        <p:txBody>
          <a:bodyPr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4266078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76A1F60C-3CCE-DF11-DC3E-EF0687B9E5D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49004407-D31C-D373-A3F5-01540EF7DD2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0CD8E28-0373-667B-F021-FDCD01AA8F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626328" y="16572488"/>
            <a:ext cx="16120872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40" name="Image Text Placeholder 2">
            <a:extLst>
              <a:ext uri="{FF2B5EF4-FFF2-40B4-BE49-F238E27FC236}">
                <a16:creationId xmlns:a16="http://schemas.microsoft.com/office/drawing/2014/main" id="{6C0B2EF3-831B-6668-11CC-E3821AAAE6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626328" y="15987713"/>
            <a:ext cx="16120872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11E69383-FB01-070F-BEE9-B41572858ECA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8626328" y="6583680"/>
            <a:ext cx="16120872" cy="9067991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D623183C-ADA5-3D4D-0693-EE683949D6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8798" y="16510766"/>
            <a:ext cx="16120872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9" name="Image Text Placeholder 1">
            <a:extLst>
              <a:ext uri="{FF2B5EF4-FFF2-40B4-BE49-F238E27FC236}">
                <a16:creationId xmlns:a16="http://schemas.microsoft.com/office/drawing/2014/main" id="{5D41C594-A238-7707-F7A4-C6C8B09896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799" y="15925991"/>
            <a:ext cx="16120872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7" name="Picture Placeholder 1">
            <a:extLst>
              <a:ext uri="{FF2B5EF4-FFF2-40B4-BE49-F238E27FC236}">
                <a16:creationId xmlns:a16="http://schemas.microsoft.com/office/drawing/2014/main" id="{31F3FD0D-0930-DEDB-A913-D5B6405EBA8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0" y="6583680"/>
            <a:ext cx="16120872" cy="9067991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149391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">
            <a:extLst>
              <a:ext uri="{FF2B5EF4-FFF2-40B4-BE49-F238E27FC236}">
                <a16:creationId xmlns:a16="http://schemas.microsoft.com/office/drawing/2014/main" id="{8310A183-293A-11AA-3184-B8D45B728B6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1" name="Slide Number Placeholder">
            <a:extLst>
              <a:ext uri="{FF2B5EF4-FFF2-40B4-BE49-F238E27FC236}">
                <a16:creationId xmlns:a16="http://schemas.microsoft.com/office/drawing/2014/main" id="{0088ADE0-25BE-3E24-0D45-E13A54AA610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0CD8E28-0373-667B-F021-FDCD01AA8F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626328" y="17866935"/>
            <a:ext cx="1120140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40" name="Image Text Placeholder 2">
            <a:extLst>
              <a:ext uri="{FF2B5EF4-FFF2-40B4-BE49-F238E27FC236}">
                <a16:creationId xmlns:a16="http://schemas.microsoft.com/office/drawing/2014/main" id="{6C0B2EF3-831B-6668-11CC-E3821AAAE6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626328" y="17282160"/>
            <a:ext cx="1120140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98670C05-610B-5AE7-B8EF-CEFA8230E3B7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18626328" y="5806440"/>
            <a:ext cx="11201400" cy="11201401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D623183C-ADA5-3D4D-0693-EE683949D6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48272" y="17866935"/>
            <a:ext cx="1120140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9" name="Image Text Placeholder 1">
            <a:extLst>
              <a:ext uri="{FF2B5EF4-FFF2-40B4-BE49-F238E27FC236}">
                <a16:creationId xmlns:a16="http://schemas.microsoft.com/office/drawing/2014/main" id="{5D41C594-A238-7707-F7A4-C6C8B09896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48272" y="17282160"/>
            <a:ext cx="1120140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A77BD80D-95AC-2566-53CE-C392776BADE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748272" y="5806440"/>
            <a:ext cx="11201400" cy="11201401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765220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2D0C93E-4F1F-5DAD-D5EF-B0685542FDE8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02D0AFCD-8D50-99AE-D7F0-FCC4A5EBD23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0B1A8CD-DB45-5C72-5150-B5884E0C47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231600" y="14455080"/>
            <a:ext cx="1051560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0" name="Image Text Placeholder 3">
            <a:extLst>
              <a:ext uri="{FF2B5EF4-FFF2-40B4-BE49-F238E27FC236}">
                <a16:creationId xmlns:a16="http://schemas.microsoft.com/office/drawing/2014/main" id="{92106EDE-0FC4-9099-C4B7-1B81790068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231600" y="13870305"/>
            <a:ext cx="1051560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206E261-EC1B-C37F-7D0D-F77A27BF96BB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24231600" y="7680960"/>
            <a:ext cx="10515600" cy="5915025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0CD8E28-0373-667B-F021-FDCD01AA8F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30200" y="14455080"/>
            <a:ext cx="1051560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40" name="Image Text Placeholder 2">
            <a:extLst>
              <a:ext uri="{FF2B5EF4-FFF2-40B4-BE49-F238E27FC236}">
                <a16:creationId xmlns:a16="http://schemas.microsoft.com/office/drawing/2014/main" id="{6C0B2EF3-831B-6668-11CC-E3821AAAE6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30200" y="13870305"/>
            <a:ext cx="1051560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11E69383-FB01-070F-BEE9-B41572858ECA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3030200" y="7680960"/>
            <a:ext cx="10515600" cy="5915025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D623183C-ADA5-3D4D-0693-EE683949D6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8798" y="14455080"/>
            <a:ext cx="1051560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9" name="Image Text Placeholder 1">
            <a:extLst>
              <a:ext uri="{FF2B5EF4-FFF2-40B4-BE49-F238E27FC236}">
                <a16:creationId xmlns:a16="http://schemas.microsoft.com/office/drawing/2014/main" id="{5D41C594-A238-7707-F7A4-C6C8B09896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799" y="13870305"/>
            <a:ext cx="1051560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7" name="Picture Placeholder 1">
            <a:extLst>
              <a:ext uri="{FF2B5EF4-FFF2-40B4-BE49-F238E27FC236}">
                <a16:creationId xmlns:a16="http://schemas.microsoft.com/office/drawing/2014/main" id="{31F3FD0D-0930-DEDB-A913-D5B6405EBA8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0" y="7680960"/>
            <a:ext cx="10515600" cy="5915025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625094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85FB1E77-1D8B-DB8A-F0B4-5CF69DFA1FBF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6FE65824-D718-233E-6C82-1A23D1968239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5D43CFD-DB35-08D1-6620-6362A4C2C3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231600" y="17181134"/>
            <a:ext cx="1051560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9" name="Image Text Placeholder 3">
            <a:extLst>
              <a:ext uri="{FF2B5EF4-FFF2-40B4-BE49-F238E27FC236}">
                <a16:creationId xmlns:a16="http://schemas.microsoft.com/office/drawing/2014/main" id="{6E7E2E95-842C-D22F-C42A-E736516C80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4231600" y="16596359"/>
            <a:ext cx="1051560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18BB391-65AD-A286-4C78-FA3FD61FDAD8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24231600" y="5806440"/>
            <a:ext cx="10515600" cy="105156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0CD8E28-0373-667B-F021-FDCD01AA8F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30200" y="17181134"/>
            <a:ext cx="1051560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40" name="Image Text Placeholder 2">
            <a:extLst>
              <a:ext uri="{FF2B5EF4-FFF2-40B4-BE49-F238E27FC236}">
                <a16:creationId xmlns:a16="http://schemas.microsoft.com/office/drawing/2014/main" id="{6C0B2EF3-831B-6668-11CC-E3821AAAE6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30200" y="16596359"/>
            <a:ext cx="1051560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11E69383-FB01-070F-BEE9-B41572858ECA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3030200" y="5806440"/>
            <a:ext cx="10515600" cy="105156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D623183C-ADA5-3D4D-0693-EE683949D6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8798" y="17181134"/>
            <a:ext cx="1051560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9" name="Image Text Placeholder 1">
            <a:extLst>
              <a:ext uri="{FF2B5EF4-FFF2-40B4-BE49-F238E27FC236}">
                <a16:creationId xmlns:a16="http://schemas.microsoft.com/office/drawing/2014/main" id="{5D41C594-A238-7707-F7A4-C6C8B09896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799" y="16596359"/>
            <a:ext cx="1051560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7" name="Picture Placeholder 1">
            <a:extLst>
              <a:ext uri="{FF2B5EF4-FFF2-40B4-BE49-F238E27FC236}">
                <a16:creationId xmlns:a16="http://schemas.microsoft.com/office/drawing/2014/main" id="{31F3FD0D-0930-DEDB-A913-D5B6405EBA8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0" y="5806440"/>
            <a:ext cx="10515600" cy="105156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8386015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CC0E6E6-0FA6-353D-0B63-3616975CAB4C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9D469060-A1A3-4959-883E-BB99F7B74C39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5F2A2E-F854-84DE-F335-F778F9F9506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29664" y="13658410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5" name="Image Text Placeholder 4">
            <a:extLst>
              <a:ext uri="{FF2B5EF4-FFF2-40B4-BE49-F238E27FC236}">
                <a16:creationId xmlns:a16="http://schemas.microsoft.com/office/drawing/2014/main" id="{89026A23-874F-1822-C62A-E3DD13F86F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029664" y="13073635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8886A8D4-36F6-D22F-C7D0-7CBF33FDE71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27029664" y="845820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0B1A8CD-DB45-5C72-5150-B5884E0C47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628614" y="13658410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0" name="Image Text Placeholder 3">
            <a:extLst>
              <a:ext uri="{FF2B5EF4-FFF2-40B4-BE49-F238E27FC236}">
                <a16:creationId xmlns:a16="http://schemas.microsoft.com/office/drawing/2014/main" id="{92106EDE-0FC4-9099-C4B7-1B81790068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628614" y="13073635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206E261-EC1B-C37F-7D0D-F77A27BF96BB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8628614" y="845820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0CD8E28-0373-667B-F021-FDCD01AA8F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227564" y="13658410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40" name="Image Text Placeholder 2">
            <a:extLst>
              <a:ext uri="{FF2B5EF4-FFF2-40B4-BE49-F238E27FC236}">
                <a16:creationId xmlns:a16="http://schemas.microsoft.com/office/drawing/2014/main" id="{6C0B2EF3-831B-6668-11CC-E3821AAAE6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27564" y="13073635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11E69383-FB01-070F-BEE9-B41572858ECA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0227564" y="845820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D623183C-ADA5-3D4D-0693-EE683949D6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8798" y="13658410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9" name="Image Text Placeholder 1">
            <a:extLst>
              <a:ext uri="{FF2B5EF4-FFF2-40B4-BE49-F238E27FC236}">
                <a16:creationId xmlns:a16="http://schemas.microsoft.com/office/drawing/2014/main" id="{5D41C594-A238-7707-F7A4-C6C8B09896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799" y="13073635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7" name="Picture Placeholder 1">
            <a:extLst>
              <a:ext uri="{FF2B5EF4-FFF2-40B4-BE49-F238E27FC236}">
                <a16:creationId xmlns:a16="http://schemas.microsoft.com/office/drawing/2014/main" id="{31F3FD0D-0930-DEDB-A913-D5B6405EBA8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0" y="845820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9621524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1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">
            <a:extLst>
              <a:ext uri="{FF2B5EF4-FFF2-40B4-BE49-F238E27FC236}">
                <a16:creationId xmlns:a16="http://schemas.microsoft.com/office/drawing/2014/main" id="{E22162D2-27B1-6EF8-EC6D-3B5993A84E3B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588EFE2A-60CE-8999-2B97-A707CAAB6F7C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DF03DA9-16F3-FFAF-5D1B-AE74724553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029664" y="15754671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8" name="Image Text Placeholder 4">
            <a:extLst>
              <a:ext uri="{FF2B5EF4-FFF2-40B4-BE49-F238E27FC236}">
                <a16:creationId xmlns:a16="http://schemas.microsoft.com/office/drawing/2014/main" id="{5D84E662-6F7A-E279-4EAE-DB75E5E5AC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029664" y="15169896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E745F964-4465-E796-6B93-F52BC4E5121A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7029664" y="7178040"/>
            <a:ext cx="771753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5D43CFD-DB35-08D1-6620-6362A4C2C3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628614" y="15754671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9" name="Image Text Placeholder 3">
            <a:extLst>
              <a:ext uri="{FF2B5EF4-FFF2-40B4-BE49-F238E27FC236}">
                <a16:creationId xmlns:a16="http://schemas.microsoft.com/office/drawing/2014/main" id="{6E7E2E95-842C-D22F-C42A-E736516C80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628614" y="15169896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18BB391-65AD-A286-4C78-FA3FD61FDAD8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8628614" y="7178040"/>
            <a:ext cx="771753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0CD8E28-0373-667B-F021-FDCD01AA8F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227564" y="15754671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40" name="Image Text Placeholder 2">
            <a:extLst>
              <a:ext uri="{FF2B5EF4-FFF2-40B4-BE49-F238E27FC236}">
                <a16:creationId xmlns:a16="http://schemas.microsoft.com/office/drawing/2014/main" id="{6C0B2EF3-831B-6668-11CC-E3821AAAE6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27564" y="15169896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11E69383-FB01-070F-BEE9-B41572858ECA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0227564" y="7178040"/>
            <a:ext cx="771753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D623183C-ADA5-3D4D-0693-EE683949D6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8798" y="15754671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9" name="Image Text Placeholder 1">
            <a:extLst>
              <a:ext uri="{FF2B5EF4-FFF2-40B4-BE49-F238E27FC236}">
                <a16:creationId xmlns:a16="http://schemas.microsoft.com/office/drawing/2014/main" id="{5D41C594-A238-7707-F7A4-C6C8B09896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799" y="15169896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7" name="Picture Placeholder 1">
            <a:extLst>
              <a:ext uri="{FF2B5EF4-FFF2-40B4-BE49-F238E27FC236}">
                <a16:creationId xmlns:a16="http://schemas.microsoft.com/office/drawing/2014/main" id="{31F3FD0D-0930-DEDB-A913-D5B6405EBA8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0" y="7178040"/>
            <a:ext cx="7717536" cy="7717536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5648187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Alt.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">
            <a:extLst>
              <a:ext uri="{FF2B5EF4-FFF2-40B4-BE49-F238E27FC236}">
                <a16:creationId xmlns:a16="http://schemas.microsoft.com/office/drawing/2014/main" id="{E5BC1D6A-70F5-168E-30D3-7A25C6F23B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3" name="Slide Number Placeholder">
            <a:extLst>
              <a:ext uri="{FF2B5EF4-FFF2-40B4-BE49-F238E27FC236}">
                <a16:creationId xmlns:a16="http://schemas.microsoft.com/office/drawing/2014/main" id="{F6783655-2C3A-8997-8FD4-699FDCE78F2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B0EACB5-E49F-2FC2-C67C-15F7A2EEE54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27378" y="1646811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7" name="Image Text Placeholder 4">
            <a:extLst>
              <a:ext uri="{FF2B5EF4-FFF2-40B4-BE49-F238E27FC236}">
                <a16:creationId xmlns:a16="http://schemas.microsoft.com/office/drawing/2014/main" id="{6A2BC894-4B44-D83C-A912-97CB066BCA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027378" y="1588334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282541F2-2A04-9064-967B-C131CB425C8C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27027378" y="1126790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2384D87-ABEE-2368-E3D2-17F42F2AD07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626328" y="1646811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4" name="Image Text Placeholder 3">
            <a:extLst>
              <a:ext uri="{FF2B5EF4-FFF2-40B4-BE49-F238E27FC236}">
                <a16:creationId xmlns:a16="http://schemas.microsoft.com/office/drawing/2014/main" id="{8BDBED94-6C09-BE84-A848-429C407D61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626328" y="1588334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568B34AA-81E7-C070-D294-4B91D1251722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8626328" y="1126790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6A1F7FE-2EF8-0B1F-4637-237BE82C9A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27378" y="10125658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7" name="Image Text Placeholder 2">
            <a:extLst>
              <a:ext uri="{FF2B5EF4-FFF2-40B4-BE49-F238E27FC236}">
                <a16:creationId xmlns:a16="http://schemas.microsoft.com/office/drawing/2014/main" id="{D44687D5-C229-2456-8447-FE7F165D77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27378" y="9540883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76F7B6F0-942D-E077-7FF1-65F22007A4D7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7027378" y="4925449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6A5F0422-58DA-B7E6-540E-5E70309B0D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626328" y="10125658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20" name="Image Text Placeholder 1">
            <a:extLst>
              <a:ext uri="{FF2B5EF4-FFF2-40B4-BE49-F238E27FC236}">
                <a16:creationId xmlns:a16="http://schemas.microsoft.com/office/drawing/2014/main" id="{D1836B9B-652B-FD35-D11E-96F771BAFA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626328" y="9540883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DADC9D0F-1D8B-60BF-7CBE-C6092106BCD2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626328" y="4925449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60537D8-7FD4-1602-41AB-02F2465E34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1065276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8374994-33E4-154B-0566-4E52822D02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8183880"/>
            <a:ext cx="137160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3054923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 Alt. w/ text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A2A64D7E-BC82-4FB8-514C-DDFA40A50EF9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15F1B169-6F46-A072-DF80-3E0E2F54BE51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B0EACB5-E49F-2FC2-C67C-15F7A2EEE54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27378" y="1646811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7" name="Image Text Placeholder 4">
            <a:extLst>
              <a:ext uri="{FF2B5EF4-FFF2-40B4-BE49-F238E27FC236}">
                <a16:creationId xmlns:a16="http://schemas.microsoft.com/office/drawing/2014/main" id="{6A2BC894-4B44-D83C-A912-97CB066BCA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027378" y="1588334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282541F2-2A04-9064-967B-C131CB425C8C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27027378" y="1126790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2384D87-ABEE-2368-E3D2-17F42F2AD07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626328" y="1646811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4" name="Image Text Placeholder 3">
            <a:extLst>
              <a:ext uri="{FF2B5EF4-FFF2-40B4-BE49-F238E27FC236}">
                <a16:creationId xmlns:a16="http://schemas.microsoft.com/office/drawing/2014/main" id="{8BDBED94-6C09-BE84-A848-429C407D612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626328" y="1588334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568B34AA-81E7-C070-D294-4B91D1251722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8626328" y="1126790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6A1F7FE-2EF8-0B1F-4637-237BE82C9A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27378" y="10125658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7" name="Image Text Placeholder 2">
            <a:extLst>
              <a:ext uri="{FF2B5EF4-FFF2-40B4-BE49-F238E27FC236}">
                <a16:creationId xmlns:a16="http://schemas.microsoft.com/office/drawing/2014/main" id="{D44687D5-C229-2456-8447-FE7F165D771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27378" y="9540883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76F7B6F0-942D-E077-7FF1-65F22007A4D7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27027378" y="4925449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6A5F0422-58DA-B7E6-540E-5E70309B0D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626328" y="10125658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20" name="Image Text Placeholder 1">
            <a:extLst>
              <a:ext uri="{FF2B5EF4-FFF2-40B4-BE49-F238E27FC236}">
                <a16:creationId xmlns:a16="http://schemas.microsoft.com/office/drawing/2014/main" id="{D1836B9B-652B-FD35-D11E-96F771BAFA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626328" y="9540883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21" name="Picture Placeholder 1">
            <a:extLst>
              <a:ext uri="{FF2B5EF4-FFF2-40B4-BE49-F238E27FC236}">
                <a16:creationId xmlns:a16="http://schemas.microsoft.com/office/drawing/2014/main" id="{DADC9D0F-1D8B-60BF-7CBE-C6092106BCD2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626328" y="4925449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6E5CC214-A7D0-91DF-4B31-5CB895D819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8800" y="9966960"/>
            <a:ext cx="13716000" cy="8778240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66D807F3-F817-1D7D-5A63-52E37E677E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7955280"/>
            <a:ext cx="13716000" cy="150876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CBFD7689-EE78-2757-7F54-D84D241EF0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114800"/>
            <a:ext cx="13716000" cy="3840480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 </a:t>
            </a:r>
          </a:p>
        </p:txBody>
      </p:sp>
    </p:spTree>
    <p:extLst>
      <p:ext uri="{BB962C8B-B14F-4D97-AF65-F5344CB8AC3E}">
        <p14:creationId xmlns:p14="http://schemas.microsoft.com/office/powerpoint/2010/main" val="19100554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C019A8FC-131A-A19C-6416-BED69D99B546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7F58BA19-A429-4685-28B0-D483FC5B599C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73A08B95-2725-F270-749E-A2655A3A89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628614" y="17349109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23" name="Image Text Placeholder 5">
            <a:extLst>
              <a:ext uri="{FF2B5EF4-FFF2-40B4-BE49-F238E27FC236}">
                <a16:creationId xmlns:a16="http://schemas.microsoft.com/office/drawing/2014/main" id="{338B4F46-E578-CF65-5544-DAF22E5F37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628614" y="16764334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74F811AD-2D90-F3CA-D455-EEAEA8BE8C02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18628614" y="12148899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5F2A2E-F854-84DE-F335-F778F9F9506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227564" y="17349109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5" name="Image Text Placeholder 4">
            <a:extLst>
              <a:ext uri="{FF2B5EF4-FFF2-40B4-BE49-F238E27FC236}">
                <a16:creationId xmlns:a16="http://schemas.microsoft.com/office/drawing/2014/main" id="{89026A23-874F-1822-C62A-E3DD13F86F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27564" y="16764334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8886A8D4-36F6-D22F-C7D0-7CBF33FDE71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10227564" y="12148899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0B1A8CD-DB45-5C72-5150-B5884E0C47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32569" y="11006649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0" name="Image Text Placeholder 3">
            <a:extLst>
              <a:ext uri="{FF2B5EF4-FFF2-40B4-BE49-F238E27FC236}">
                <a16:creationId xmlns:a16="http://schemas.microsoft.com/office/drawing/2014/main" id="{92106EDE-0FC4-9099-C4B7-1B81790068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832569" y="10421874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206E261-EC1B-C37F-7D0D-F77A27BF96BB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22832569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0CD8E28-0373-667B-F021-FDCD01AA8F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29232" y="11006649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40" name="Image Text Placeholder 2">
            <a:extLst>
              <a:ext uri="{FF2B5EF4-FFF2-40B4-BE49-F238E27FC236}">
                <a16:creationId xmlns:a16="http://schemas.microsoft.com/office/drawing/2014/main" id="{6C0B2EF3-831B-6668-11CC-E3821AAAE6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29232" y="10421874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11E69383-FB01-070F-BEE9-B41572858ECA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4429232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D623183C-ADA5-3D4D-0693-EE683949D6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25897" y="11006649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9" name="Image Text Placeholder 1">
            <a:extLst>
              <a:ext uri="{FF2B5EF4-FFF2-40B4-BE49-F238E27FC236}">
                <a16:creationId xmlns:a16="http://schemas.microsoft.com/office/drawing/2014/main" id="{5D41C594-A238-7707-F7A4-C6C8B09896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25897" y="10421874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7" name="Picture Placeholder 1">
            <a:extLst>
              <a:ext uri="{FF2B5EF4-FFF2-40B4-BE49-F238E27FC236}">
                <a16:creationId xmlns:a16="http://schemas.microsoft.com/office/drawing/2014/main" id="{31F3FD0D-0930-DEDB-A913-D5B6405EBA8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6025897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2589373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">
            <a:extLst>
              <a:ext uri="{FF2B5EF4-FFF2-40B4-BE49-F238E27FC236}">
                <a16:creationId xmlns:a16="http://schemas.microsoft.com/office/drawing/2014/main" id="{4FF9D0C9-ABFF-CDF9-8A1A-45D588F3425A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8" name="Slide Number Placeholder">
            <a:extLst>
              <a:ext uri="{FF2B5EF4-FFF2-40B4-BE49-F238E27FC236}">
                <a16:creationId xmlns:a16="http://schemas.microsoft.com/office/drawing/2014/main" id="{33ACBAC0-D6B3-5128-F31B-B91DBBE4355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5AF18E-4591-536C-463D-71B46181427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2832569" y="1734910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8" name="Image Text Placeholder 6">
            <a:extLst>
              <a:ext uri="{FF2B5EF4-FFF2-40B4-BE49-F238E27FC236}">
                <a16:creationId xmlns:a16="http://schemas.microsoft.com/office/drawing/2014/main" id="{5B4EEC16-EEF7-D918-1F07-A02CCE2EB51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832569" y="1676433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11E3A3CB-F1CB-1281-1991-E73E0098FA10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22832569" y="1214889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73A08B95-2725-F270-749E-A2655A3A89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29232" y="1734910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23" name="Image Text Placeholder 5">
            <a:extLst>
              <a:ext uri="{FF2B5EF4-FFF2-40B4-BE49-F238E27FC236}">
                <a16:creationId xmlns:a16="http://schemas.microsoft.com/office/drawing/2014/main" id="{338B4F46-E578-CF65-5544-DAF22E5F37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429232" y="1676433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74F811AD-2D90-F3CA-D455-EEAEA8BE8C02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14429232" y="1214889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5F2A2E-F854-84DE-F335-F778F9F9506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25897" y="1734910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5" name="Image Text Placeholder 4">
            <a:extLst>
              <a:ext uri="{FF2B5EF4-FFF2-40B4-BE49-F238E27FC236}">
                <a16:creationId xmlns:a16="http://schemas.microsoft.com/office/drawing/2014/main" id="{89026A23-874F-1822-C62A-E3DD13F86F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25897" y="1676433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8886A8D4-36F6-D22F-C7D0-7CBF33FDE71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6025897" y="1214889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0B1A8CD-DB45-5C72-5150-B5884E0C47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832569" y="11006649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0" name="Image Text Placeholder 3">
            <a:extLst>
              <a:ext uri="{FF2B5EF4-FFF2-40B4-BE49-F238E27FC236}">
                <a16:creationId xmlns:a16="http://schemas.microsoft.com/office/drawing/2014/main" id="{92106EDE-0FC4-9099-C4B7-1B81790068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832569" y="10421874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206E261-EC1B-C37F-7D0D-F77A27BF96BB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22832569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0CD8E28-0373-667B-F021-FDCD01AA8F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429232" y="11006649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40" name="Image Text Placeholder 2">
            <a:extLst>
              <a:ext uri="{FF2B5EF4-FFF2-40B4-BE49-F238E27FC236}">
                <a16:creationId xmlns:a16="http://schemas.microsoft.com/office/drawing/2014/main" id="{6C0B2EF3-831B-6668-11CC-E3821AAAE6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29232" y="10421874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11E69383-FB01-070F-BEE9-B41572858ECA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4429232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D623183C-ADA5-3D4D-0693-EE683949D6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25897" y="11006649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9" name="Image Text Placeholder 1">
            <a:extLst>
              <a:ext uri="{FF2B5EF4-FFF2-40B4-BE49-F238E27FC236}">
                <a16:creationId xmlns:a16="http://schemas.microsoft.com/office/drawing/2014/main" id="{5D41C594-A238-7707-F7A4-C6C8B09896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25897" y="10421874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7" name="Picture Placeholder 1">
            <a:extLst>
              <a:ext uri="{FF2B5EF4-FFF2-40B4-BE49-F238E27FC236}">
                <a16:creationId xmlns:a16="http://schemas.microsoft.com/office/drawing/2014/main" id="{31F3FD0D-0930-DEDB-A913-D5B6405EBA8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6025897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20897320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0EDBB066-9949-0A07-6A34-D87EAC495DA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065D794E-40CD-F20A-D069-AEE573942939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65560165-0458-77EE-CA02-06E33D941FD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2832569" y="1734910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3" name="Image Text Placeholder 7">
            <a:extLst>
              <a:ext uri="{FF2B5EF4-FFF2-40B4-BE49-F238E27FC236}">
                <a16:creationId xmlns:a16="http://schemas.microsoft.com/office/drawing/2014/main" id="{ECC1F981-C50F-1C41-714E-6559034E8E2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2832569" y="1676433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4" name="Picture Placeholder 7">
            <a:extLst>
              <a:ext uri="{FF2B5EF4-FFF2-40B4-BE49-F238E27FC236}">
                <a16:creationId xmlns:a16="http://schemas.microsoft.com/office/drawing/2014/main" id="{21BC51A6-5218-F988-C9CE-FD5CECDBCDC0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22832569" y="1214889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6DA9B824-47AA-EC11-6568-2014CAC46DD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29232" y="1734910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6" name="Image Text Placeholder 6">
            <a:extLst>
              <a:ext uri="{FF2B5EF4-FFF2-40B4-BE49-F238E27FC236}">
                <a16:creationId xmlns:a16="http://schemas.microsoft.com/office/drawing/2014/main" id="{FCC18102-572D-A0CE-991D-58AD110F8E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429232" y="1676433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43" name="Picture Placeholder 6">
            <a:extLst>
              <a:ext uri="{FF2B5EF4-FFF2-40B4-BE49-F238E27FC236}">
                <a16:creationId xmlns:a16="http://schemas.microsoft.com/office/drawing/2014/main" id="{37CD74FE-7E45-C706-A51D-5A97DDF5739B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14429232" y="1214889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EC76CF61-D84C-A857-1B1A-00D510829B1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25897" y="1734910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45" name="Image Text Placeholder 5">
            <a:extLst>
              <a:ext uri="{FF2B5EF4-FFF2-40B4-BE49-F238E27FC236}">
                <a16:creationId xmlns:a16="http://schemas.microsoft.com/office/drawing/2014/main" id="{19A4A6BB-DE8A-5146-D04F-8CE611A154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25897" y="1676433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46" name="Picture Placeholder 5">
            <a:extLst>
              <a:ext uri="{FF2B5EF4-FFF2-40B4-BE49-F238E27FC236}">
                <a16:creationId xmlns:a16="http://schemas.microsoft.com/office/drawing/2014/main" id="{1EF75A0B-D9AE-20D0-56AB-7CE46DFC546B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6025897" y="1214889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A31E7074-02C8-4A35-980A-2083FDE509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29664" y="11006648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48" name="Image Text Placeholder 4">
            <a:extLst>
              <a:ext uri="{FF2B5EF4-FFF2-40B4-BE49-F238E27FC236}">
                <a16:creationId xmlns:a16="http://schemas.microsoft.com/office/drawing/2014/main" id="{E97B19A6-2208-CDFD-ACDC-25144F70BFB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029664" y="10421873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49" name="Picture Placeholder 4">
            <a:extLst>
              <a:ext uri="{FF2B5EF4-FFF2-40B4-BE49-F238E27FC236}">
                <a16:creationId xmlns:a16="http://schemas.microsoft.com/office/drawing/2014/main" id="{311FF215-7522-3B62-44F4-D9D6A2482E0C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27029664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5912E2C-56FA-374F-945F-BBBC42367B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628614" y="11006648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51" name="Image Text Placeholder 3">
            <a:extLst>
              <a:ext uri="{FF2B5EF4-FFF2-40B4-BE49-F238E27FC236}">
                <a16:creationId xmlns:a16="http://schemas.microsoft.com/office/drawing/2014/main" id="{03215BF3-4F2A-4E13-5226-08DCBCA612B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628614" y="10421873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8F84A290-DDF0-6219-B75E-8B1BA6DBCFE5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8628614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B69FC495-0430-3D0C-59DE-D6F4EE0EAA5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227564" y="11006648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54" name="Image Text Placeholder 2">
            <a:extLst>
              <a:ext uri="{FF2B5EF4-FFF2-40B4-BE49-F238E27FC236}">
                <a16:creationId xmlns:a16="http://schemas.microsoft.com/office/drawing/2014/main" id="{791C9960-C7F1-E726-F408-403D6E40CE0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27564" y="10421873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55" name="Picture Placeholder 2">
            <a:extLst>
              <a:ext uri="{FF2B5EF4-FFF2-40B4-BE49-F238E27FC236}">
                <a16:creationId xmlns:a16="http://schemas.microsoft.com/office/drawing/2014/main" id="{35CDD6D4-6277-B1AF-D61C-75D143FBDA57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0227564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56" name="Text Placeholder 1">
            <a:extLst>
              <a:ext uri="{FF2B5EF4-FFF2-40B4-BE49-F238E27FC236}">
                <a16:creationId xmlns:a16="http://schemas.microsoft.com/office/drawing/2014/main" id="{D44E43D3-B1CD-39A5-E338-18D260DCC1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8800" y="11006648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57" name="Image Text Placeholder 1">
            <a:extLst>
              <a:ext uri="{FF2B5EF4-FFF2-40B4-BE49-F238E27FC236}">
                <a16:creationId xmlns:a16="http://schemas.microsoft.com/office/drawing/2014/main" id="{71CA0230-CD85-4F9C-010C-A8983A0DB6E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1" y="10421873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58" name="Picture Placeholder 1">
            <a:extLst>
              <a:ext uri="{FF2B5EF4-FFF2-40B4-BE49-F238E27FC236}">
                <a16:creationId xmlns:a16="http://schemas.microsoft.com/office/drawing/2014/main" id="{11C4DBB0-CD52-26B8-DE91-18836ED19207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2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27494073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E20898E1-3C2D-56B3-EB64-8545413A1DC4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D744ED2D-1CB0-DF46-4299-C65986BE384C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D195BFC-0745-EC8A-C575-A19B731CE8C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029664" y="1734910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7" name="Image Text Placeholder 8">
            <a:extLst>
              <a:ext uri="{FF2B5EF4-FFF2-40B4-BE49-F238E27FC236}">
                <a16:creationId xmlns:a16="http://schemas.microsoft.com/office/drawing/2014/main" id="{73069B9F-9FCE-AB48-97BE-5B58BAF352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7029664" y="1676433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18649C41-7D44-DB84-E552-C304A1C07088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27029664" y="1214889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BD64A03A-4955-FEA8-13F2-7FF14F9CE4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628614" y="1734910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27" name="Image Text Placeholder 7">
            <a:extLst>
              <a:ext uri="{FF2B5EF4-FFF2-40B4-BE49-F238E27FC236}">
                <a16:creationId xmlns:a16="http://schemas.microsoft.com/office/drawing/2014/main" id="{D3C7C970-0558-EEFC-E538-9B07E5D1FFF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628614" y="1676433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A21BD026-3777-9B44-A3E1-15707D14D22D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8628614" y="1214889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5AF18E-4591-536C-463D-71B46181427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27564" y="1734910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8" name="Image Text Placeholder 6">
            <a:extLst>
              <a:ext uri="{FF2B5EF4-FFF2-40B4-BE49-F238E27FC236}">
                <a16:creationId xmlns:a16="http://schemas.microsoft.com/office/drawing/2014/main" id="{5B4EEC16-EEF7-D918-1F07-A02CCE2EB51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227564" y="1676433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11E3A3CB-F1CB-1281-1991-E73E0098FA10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10227564" y="1214889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73A08B95-2725-F270-749E-A2655A3A89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28802" y="17349107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23" name="Image Text Placeholder 5">
            <a:extLst>
              <a:ext uri="{FF2B5EF4-FFF2-40B4-BE49-F238E27FC236}">
                <a16:creationId xmlns:a16="http://schemas.microsoft.com/office/drawing/2014/main" id="{338B4F46-E578-CF65-5544-DAF22E5F37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828802" y="16764332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74F811AD-2D90-F3CA-D455-EEAEA8BE8C02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1828802" y="12148898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5F2A2E-F854-84DE-F335-F778F9F9506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29664" y="11006648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5" name="Image Text Placeholder 4">
            <a:extLst>
              <a:ext uri="{FF2B5EF4-FFF2-40B4-BE49-F238E27FC236}">
                <a16:creationId xmlns:a16="http://schemas.microsoft.com/office/drawing/2014/main" id="{89026A23-874F-1822-C62A-E3DD13F86F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029664" y="10421873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8886A8D4-36F6-D22F-C7D0-7CBF33FDE71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27029664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0B1A8CD-DB45-5C72-5150-B5884E0C47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628614" y="11006648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0" name="Image Text Placeholder 3">
            <a:extLst>
              <a:ext uri="{FF2B5EF4-FFF2-40B4-BE49-F238E27FC236}">
                <a16:creationId xmlns:a16="http://schemas.microsoft.com/office/drawing/2014/main" id="{92106EDE-0FC4-9099-C4B7-1B81790068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628614" y="10421873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206E261-EC1B-C37F-7D0D-F77A27BF96BB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8628614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0CD8E28-0373-667B-F021-FDCD01AA8F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227564" y="11006648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40" name="Image Text Placeholder 2">
            <a:extLst>
              <a:ext uri="{FF2B5EF4-FFF2-40B4-BE49-F238E27FC236}">
                <a16:creationId xmlns:a16="http://schemas.microsoft.com/office/drawing/2014/main" id="{6C0B2EF3-831B-6668-11CC-E3821AAAE6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27564" y="10421873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11E69383-FB01-070F-BEE9-B41572858ECA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0227564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D623183C-ADA5-3D4D-0693-EE683949D6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8800" y="11006648"/>
            <a:ext cx="7717536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9" name="Image Text Placeholder 1">
            <a:extLst>
              <a:ext uri="{FF2B5EF4-FFF2-40B4-BE49-F238E27FC236}">
                <a16:creationId xmlns:a16="http://schemas.microsoft.com/office/drawing/2014/main" id="{5D41C594-A238-7707-F7A4-C6C8B09896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1" y="10421873"/>
            <a:ext cx="7717536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7" name="Picture Placeholder 1">
            <a:extLst>
              <a:ext uri="{FF2B5EF4-FFF2-40B4-BE49-F238E27FC236}">
                <a16:creationId xmlns:a16="http://schemas.microsoft.com/office/drawing/2014/main" id="{31F3FD0D-0930-DEDB-A913-D5B6405EBA8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2" y="5806440"/>
            <a:ext cx="7717536" cy="4341114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595396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D6F3B741-4BA7-CA11-FB9A-C2A65AC3C33F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9B6C075D-B159-7804-C8F7-7176810B5084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0" name="Text Placeholder 9">
            <a:extLst>
              <a:ext uri="{FF2B5EF4-FFF2-40B4-BE49-F238E27FC236}">
                <a16:creationId xmlns:a16="http://schemas.microsoft.com/office/drawing/2014/main" id="{8B3E27AE-4C6F-62EC-C786-480924FA5B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5351741" y="16322790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81" name="Image Text Placeholder 9">
            <a:extLst>
              <a:ext uri="{FF2B5EF4-FFF2-40B4-BE49-F238E27FC236}">
                <a16:creationId xmlns:a16="http://schemas.microsoft.com/office/drawing/2014/main" id="{B3AFE9F9-E3D6-AFE5-AA90-713D9044624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5351741" y="15738015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82" name="Picture Placeholder 9">
            <a:extLst>
              <a:ext uri="{FF2B5EF4-FFF2-40B4-BE49-F238E27FC236}">
                <a16:creationId xmlns:a16="http://schemas.microsoft.com/office/drawing/2014/main" id="{0C9E0DA8-5412-2FA6-698C-3F8330347779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5351741" y="12068985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83" name="Text Placeholder 8">
            <a:extLst>
              <a:ext uri="{FF2B5EF4-FFF2-40B4-BE49-F238E27FC236}">
                <a16:creationId xmlns:a16="http://schemas.microsoft.com/office/drawing/2014/main" id="{4EA2773D-33E7-840E-E237-49E1CFECCAD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630900" y="16322790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84" name="Image Text Placeholder 8">
            <a:extLst>
              <a:ext uri="{FF2B5EF4-FFF2-40B4-BE49-F238E27FC236}">
                <a16:creationId xmlns:a16="http://schemas.microsoft.com/office/drawing/2014/main" id="{93C4BCFC-FE58-029F-19EF-666D6E7FA28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630900" y="15738015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85" name="Picture Placeholder 8">
            <a:extLst>
              <a:ext uri="{FF2B5EF4-FFF2-40B4-BE49-F238E27FC236}">
                <a16:creationId xmlns:a16="http://schemas.microsoft.com/office/drawing/2014/main" id="{766D41BA-0DEA-DEB3-5A5F-A8F26EADE7FC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18630900" y="12068985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64F79046-F043-EA99-8ACF-843B7EBF10A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910061" y="16322790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87" name="Image Text Placeholder 7">
            <a:extLst>
              <a:ext uri="{FF2B5EF4-FFF2-40B4-BE49-F238E27FC236}">
                <a16:creationId xmlns:a16="http://schemas.microsoft.com/office/drawing/2014/main" id="{41560AFB-6597-6CD0-5197-3342303C454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910061" y="15738015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88" name="Picture Placeholder 7">
            <a:extLst>
              <a:ext uri="{FF2B5EF4-FFF2-40B4-BE49-F238E27FC236}">
                <a16:creationId xmlns:a16="http://schemas.microsoft.com/office/drawing/2014/main" id="{21FE98B0-681A-8160-51EE-70935ACD461A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1910061" y="12068985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89" name="Text Placeholder 6">
            <a:extLst>
              <a:ext uri="{FF2B5EF4-FFF2-40B4-BE49-F238E27FC236}">
                <a16:creationId xmlns:a16="http://schemas.microsoft.com/office/drawing/2014/main" id="{890A9AD7-7374-EF97-5745-633689C43F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89220" y="16322790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90" name="Image Text Placeholder 6">
            <a:extLst>
              <a:ext uri="{FF2B5EF4-FFF2-40B4-BE49-F238E27FC236}">
                <a16:creationId xmlns:a16="http://schemas.microsoft.com/office/drawing/2014/main" id="{45401A17-EE1F-C655-017D-3E3D107B7E0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89220" y="15738015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91" name="Picture Placeholder 6">
            <a:extLst>
              <a:ext uri="{FF2B5EF4-FFF2-40B4-BE49-F238E27FC236}">
                <a16:creationId xmlns:a16="http://schemas.microsoft.com/office/drawing/2014/main" id="{CFB8E08D-8737-B01C-7128-6C7692BCCF04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5189220" y="12068985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92" name="Text Placeholder 5">
            <a:extLst>
              <a:ext uri="{FF2B5EF4-FFF2-40B4-BE49-F238E27FC236}">
                <a16:creationId xmlns:a16="http://schemas.microsoft.com/office/drawing/2014/main" id="{64CDA5E8-1B9B-7D77-3E69-8877DEB1BC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12161" y="10926735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93" name="Image Text Placeholder 5">
            <a:extLst>
              <a:ext uri="{FF2B5EF4-FFF2-40B4-BE49-F238E27FC236}">
                <a16:creationId xmlns:a16="http://schemas.microsoft.com/office/drawing/2014/main" id="{FF68AD7E-707F-67FB-C20D-45907951DF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712161" y="10341960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94" name="Picture Placeholder 5">
            <a:extLst>
              <a:ext uri="{FF2B5EF4-FFF2-40B4-BE49-F238E27FC236}">
                <a16:creationId xmlns:a16="http://schemas.microsoft.com/office/drawing/2014/main" id="{2E84F782-7FB5-EBFE-FA69-8AEE803DF8D4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28712161" y="6672931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1F9895EC-62D4-FA9D-27A9-4ACA56E3B84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991321" y="10926735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96" name="Image Text Placeholder 4">
            <a:extLst>
              <a:ext uri="{FF2B5EF4-FFF2-40B4-BE49-F238E27FC236}">
                <a16:creationId xmlns:a16="http://schemas.microsoft.com/office/drawing/2014/main" id="{592A15FA-7F1A-A69C-D8ED-999BB4CD37A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991321" y="10341960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97" name="Picture Placeholder 4">
            <a:extLst>
              <a:ext uri="{FF2B5EF4-FFF2-40B4-BE49-F238E27FC236}">
                <a16:creationId xmlns:a16="http://schemas.microsoft.com/office/drawing/2014/main" id="{9A06F0E7-CE43-C5F6-CE8D-8F958A0DB6E3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21991321" y="6672931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98" name="Text Placeholder 3">
            <a:extLst>
              <a:ext uri="{FF2B5EF4-FFF2-40B4-BE49-F238E27FC236}">
                <a16:creationId xmlns:a16="http://schemas.microsoft.com/office/drawing/2014/main" id="{68153D7F-1A84-55F4-0656-3775B7F8C3E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70480" y="10926735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99" name="Image Text Placeholder 3">
            <a:extLst>
              <a:ext uri="{FF2B5EF4-FFF2-40B4-BE49-F238E27FC236}">
                <a16:creationId xmlns:a16="http://schemas.microsoft.com/office/drawing/2014/main" id="{6FF34B9F-903C-4723-219B-12D162A14E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70480" y="10341960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00" name="Picture Placeholder 3">
            <a:extLst>
              <a:ext uri="{FF2B5EF4-FFF2-40B4-BE49-F238E27FC236}">
                <a16:creationId xmlns:a16="http://schemas.microsoft.com/office/drawing/2014/main" id="{C19C75A4-E23F-28D7-8D58-546E4D1460B4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5270480" y="6672931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01" name="Text Placeholder 2">
            <a:extLst>
              <a:ext uri="{FF2B5EF4-FFF2-40B4-BE49-F238E27FC236}">
                <a16:creationId xmlns:a16="http://schemas.microsoft.com/office/drawing/2014/main" id="{E7468696-D62A-F126-682C-FC0B13991D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49640" y="10926735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02" name="Image Text Placeholder 2">
            <a:extLst>
              <a:ext uri="{FF2B5EF4-FFF2-40B4-BE49-F238E27FC236}">
                <a16:creationId xmlns:a16="http://schemas.microsoft.com/office/drawing/2014/main" id="{A891F4D4-D0A6-D2BE-F0C9-06DEBFDCDD4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9640" y="10341960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03" name="Picture Placeholder 2">
            <a:extLst>
              <a:ext uri="{FF2B5EF4-FFF2-40B4-BE49-F238E27FC236}">
                <a16:creationId xmlns:a16="http://schemas.microsoft.com/office/drawing/2014/main" id="{FE60AA2E-9FAB-A1D4-58F2-6BB101460C10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8549640" y="6672931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04" name="Text Placeholder 1">
            <a:extLst>
              <a:ext uri="{FF2B5EF4-FFF2-40B4-BE49-F238E27FC236}">
                <a16:creationId xmlns:a16="http://schemas.microsoft.com/office/drawing/2014/main" id="{2A6C42C5-ACB2-D01D-5B65-B05FE2F78D4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8800" y="10926735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05" name="Image Text Placeholder 1">
            <a:extLst>
              <a:ext uri="{FF2B5EF4-FFF2-40B4-BE49-F238E27FC236}">
                <a16:creationId xmlns:a16="http://schemas.microsoft.com/office/drawing/2014/main" id="{5E28F443-1C7C-3600-7437-ACD90DBF63A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0341960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06" name="Picture Placeholder 1">
            <a:extLst>
              <a:ext uri="{FF2B5EF4-FFF2-40B4-BE49-F238E27FC236}">
                <a16:creationId xmlns:a16="http://schemas.microsoft.com/office/drawing/2014/main" id="{DEC1ECC9-7FE9-0EA4-E16A-58C38FF24EF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0" y="6672931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306374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C42F0877-E0D9-ACDF-6AC8-31F04A799FCA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30" name="Slide Number Placeholder">
            <a:extLst>
              <a:ext uri="{FF2B5EF4-FFF2-40B4-BE49-F238E27FC236}">
                <a16:creationId xmlns:a16="http://schemas.microsoft.com/office/drawing/2014/main" id="{05F8B37A-9AE1-01F7-40F2-93080E37DBC2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7FC9B007-8521-565E-AB1A-B5A1B31AA99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8712161" y="16322790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25" name="Image Text Placeholder 10">
            <a:extLst>
              <a:ext uri="{FF2B5EF4-FFF2-40B4-BE49-F238E27FC236}">
                <a16:creationId xmlns:a16="http://schemas.microsoft.com/office/drawing/2014/main" id="{DFDFC6D9-CC89-C9B7-B0C3-7CF23756374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8712161" y="15738015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233520DD-ECFF-9B92-82E2-4857215AD1D4}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28712161" y="12068985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0EB24314-D040-FB83-A767-983B453F9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1991321" y="16322790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61" name="Image Text Placeholder 9">
            <a:extLst>
              <a:ext uri="{FF2B5EF4-FFF2-40B4-BE49-F238E27FC236}">
                <a16:creationId xmlns:a16="http://schemas.microsoft.com/office/drawing/2014/main" id="{98C38057-0A98-EE09-E742-B6E84C337D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1991321" y="15738015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62" name="Picture Placeholder 9">
            <a:extLst>
              <a:ext uri="{FF2B5EF4-FFF2-40B4-BE49-F238E27FC236}">
                <a16:creationId xmlns:a16="http://schemas.microsoft.com/office/drawing/2014/main" id="{5E45890E-544A-4898-73CF-789356807492}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1991321" y="12068985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D195BFC-0745-EC8A-C575-A19B731CE8C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5270480" y="16322790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7" name="Image Text Placeholder 8">
            <a:extLst>
              <a:ext uri="{FF2B5EF4-FFF2-40B4-BE49-F238E27FC236}">
                <a16:creationId xmlns:a16="http://schemas.microsoft.com/office/drawing/2014/main" id="{73069B9F-9FCE-AB48-97BE-5B58BAF352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5270480" y="15738015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18649C41-7D44-DB84-E552-C304A1C07088}"/>
              </a:ext>
            </a:extLst>
          </p:cNvPr>
          <p:cNvSpPr>
            <a:spLocks noGrp="1" noChangeAspect="1"/>
          </p:cNvSpPr>
          <p:nvPr>
            <p:ph type="pic" sz="quarter" idx="42" hasCustomPrompt="1"/>
          </p:nvPr>
        </p:nvSpPr>
        <p:spPr>
          <a:xfrm>
            <a:off x="15270480" y="12068985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BD64A03A-4955-FEA8-13F2-7FF14F9CE4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49640" y="16322790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27" name="Image Text Placeholder 7">
            <a:extLst>
              <a:ext uri="{FF2B5EF4-FFF2-40B4-BE49-F238E27FC236}">
                <a16:creationId xmlns:a16="http://schemas.microsoft.com/office/drawing/2014/main" id="{D3C7C970-0558-EEFC-E538-9B07E5D1FFF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49640" y="15738015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28" name="Picture Placeholder 7">
            <a:extLst>
              <a:ext uri="{FF2B5EF4-FFF2-40B4-BE49-F238E27FC236}">
                <a16:creationId xmlns:a16="http://schemas.microsoft.com/office/drawing/2014/main" id="{A21BD026-3777-9B44-A3E1-15707D14D22D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8549640" y="12068985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5AF18E-4591-536C-463D-71B46181427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28800" y="16322790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8" name="Image Text Placeholder 6">
            <a:extLst>
              <a:ext uri="{FF2B5EF4-FFF2-40B4-BE49-F238E27FC236}">
                <a16:creationId xmlns:a16="http://schemas.microsoft.com/office/drawing/2014/main" id="{5B4EEC16-EEF7-D918-1F07-A02CCE2EB51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28800" y="15738015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11E3A3CB-F1CB-1281-1991-E73E0098FA10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1828800" y="12068985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73A08B95-2725-F270-749E-A2655A3A89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12161" y="10926735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23" name="Image Text Placeholder 5">
            <a:extLst>
              <a:ext uri="{FF2B5EF4-FFF2-40B4-BE49-F238E27FC236}">
                <a16:creationId xmlns:a16="http://schemas.microsoft.com/office/drawing/2014/main" id="{338B4F46-E578-CF65-5544-DAF22E5F37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712161" y="10341960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74F811AD-2D90-F3CA-D455-EEAEA8BE8C02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28712161" y="6672931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5F2A2E-F854-84DE-F335-F778F9F9506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991321" y="10926735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5" name="Image Text Placeholder 4">
            <a:extLst>
              <a:ext uri="{FF2B5EF4-FFF2-40B4-BE49-F238E27FC236}">
                <a16:creationId xmlns:a16="http://schemas.microsoft.com/office/drawing/2014/main" id="{89026A23-874F-1822-C62A-E3DD13F86F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991321" y="10341960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8886A8D4-36F6-D22F-C7D0-7CBF33FDE71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21991321" y="6672931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0B1A8CD-DB45-5C72-5150-B5884E0C478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70480" y="10926735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10" name="Image Text Placeholder 3">
            <a:extLst>
              <a:ext uri="{FF2B5EF4-FFF2-40B4-BE49-F238E27FC236}">
                <a16:creationId xmlns:a16="http://schemas.microsoft.com/office/drawing/2014/main" id="{92106EDE-0FC4-9099-C4B7-1B81790068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70480" y="10341960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206E261-EC1B-C37F-7D0D-F77A27BF96BB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5270480" y="6672931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0CD8E28-0373-667B-F021-FDCD01AA8FA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49640" y="10926735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40" name="Image Text Placeholder 2">
            <a:extLst>
              <a:ext uri="{FF2B5EF4-FFF2-40B4-BE49-F238E27FC236}">
                <a16:creationId xmlns:a16="http://schemas.microsoft.com/office/drawing/2014/main" id="{6C0B2EF3-831B-6668-11CC-E3821AAAE6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9640" y="10341960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11E69383-FB01-070F-BEE9-B41572858ECA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8549640" y="6672931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41" name="Text Placeholder 1">
            <a:extLst>
              <a:ext uri="{FF2B5EF4-FFF2-40B4-BE49-F238E27FC236}">
                <a16:creationId xmlns:a16="http://schemas.microsoft.com/office/drawing/2014/main" id="{D623183C-ADA5-3D4D-0693-EE683949D6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8800" y="10926735"/>
            <a:ext cx="6035040" cy="867930"/>
          </a:xfrm>
        </p:spPr>
        <p:txBody>
          <a:bodyPr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2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edit description</a:t>
            </a:r>
            <a:br>
              <a:rPr lang="en-US" dirty="0"/>
            </a:br>
            <a:endParaRPr lang="en-US" dirty="0"/>
          </a:p>
        </p:txBody>
      </p:sp>
      <p:sp>
        <p:nvSpPr>
          <p:cNvPr id="39" name="Image Text Placeholder 1">
            <a:extLst>
              <a:ext uri="{FF2B5EF4-FFF2-40B4-BE49-F238E27FC236}">
                <a16:creationId xmlns:a16="http://schemas.microsoft.com/office/drawing/2014/main" id="{5D41C594-A238-7707-F7A4-C6C8B09896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0341960"/>
            <a:ext cx="6035040" cy="584775"/>
          </a:xfrm>
        </p:spPr>
        <p:txBody>
          <a:bodyPr anchor="t">
            <a:no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3200">
                <a:latin typeface="+mj-lt"/>
              </a:defRPr>
            </a:lvl1pPr>
            <a:lvl2pPr algn="ctr">
              <a:buNone/>
              <a:defRPr>
                <a:latin typeface="+mj-lt"/>
              </a:defRPr>
            </a:lvl2pPr>
            <a:lvl3pPr algn="ctr">
              <a:buNone/>
              <a:defRPr>
                <a:latin typeface="+mj-lt"/>
              </a:defRPr>
            </a:lvl3pPr>
            <a:lvl4pPr algn="ctr">
              <a:buNone/>
              <a:defRPr>
                <a:latin typeface="+mj-lt"/>
              </a:defRPr>
            </a:lvl4pPr>
            <a:lvl5pPr algn="ctr">
              <a:buNone/>
              <a:defRPr>
                <a:latin typeface="+mj-lt"/>
              </a:defRPr>
            </a:lvl5pPr>
          </a:lstStyle>
          <a:p>
            <a:pPr algn="ctr"/>
            <a:r>
              <a:rPr lang="en-US" sz="3200" dirty="0">
                <a:latin typeface="+mj-lt"/>
              </a:rPr>
              <a:t>Click to Edit Image Title</a:t>
            </a:r>
          </a:p>
        </p:txBody>
      </p:sp>
      <p:sp>
        <p:nvSpPr>
          <p:cNvPr id="37" name="Picture Placeholder 1">
            <a:extLst>
              <a:ext uri="{FF2B5EF4-FFF2-40B4-BE49-F238E27FC236}">
                <a16:creationId xmlns:a16="http://schemas.microsoft.com/office/drawing/2014/main" id="{31F3FD0D-0930-DEDB-A913-D5B6405EBA86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828800" y="6672931"/>
            <a:ext cx="6035040" cy="339471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103120" rtlCol="0" anchor="ctr">
            <a:normAutofit/>
          </a:bodyPr>
          <a:lstStyle>
            <a:lvl1pPr algn="ctr"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algn="ctr">
              <a:buNone/>
            </a:pPr>
            <a:r>
              <a:rPr lang="en-US" dirty="0"/>
              <a:t>Click icon to place image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575DDCC-41E9-0736-E879-D2C1C24623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213AE71-E7B2-BD08-3B6A-5C4083757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93957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10603E2E-FCBB-9670-399F-4E1AA8DE52A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7" name="Slide Number Placeholder">
            <a:extLst>
              <a:ext uri="{FF2B5EF4-FFF2-40B4-BE49-F238E27FC236}">
                <a16:creationId xmlns:a16="http://schemas.microsoft.com/office/drawing/2014/main" id="{2845A55B-51B5-DA67-0B9D-B48DB2A149A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BC038FD9-0AFF-00C8-0AA3-223BDB8DBBF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630900" y="12024360"/>
            <a:ext cx="17030700" cy="6720839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FAAF3530-C3FF-2C2D-7DBE-DE264BE2B69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1494844" y="13258800"/>
            <a:ext cx="6451780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558BCBFD-EB59-D408-424E-9AC9033C56F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14400" y="13258800"/>
            <a:ext cx="9896168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0A174EF8-9FF4-51FA-A66C-17A876EABB3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819900" y="7086600"/>
            <a:ext cx="11125200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FD4D98DE-6896-9804-F8F6-36DBA25F64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14400" y="7086600"/>
            <a:ext cx="5221224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E1A4A1E-E7C9-F04E-34E1-36E29C52739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0403800" y="914400"/>
            <a:ext cx="5257800" cy="1042416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F5AEEAC-F2C1-5A18-FE0A-094F2B9E4F8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6373168" y="914400"/>
            <a:ext cx="13382932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D0FC23F-D808-9291-07E6-D31D82FEAE1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888794" y="914400"/>
            <a:ext cx="5798574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7" name="Picture Placeholder 1">
            <a:extLst>
              <a:ext uri="{FF2B5EF4-FFF2-40B4-BE49-F238E27FC236}">
                <a16:creationId xmlns:a16="http://schemas.microsoft.com/office/drawing/2014/main" id="{9D9B9429-F845-30E8-36A1-DB2BB86ADC8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4400" y="914400"/>
            <a:ext cx="8288594" cy="54864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vert="horz" lIns="0" tIns="0" rIns="0" bIns="2743200" rtlCol="0" anchor="ctr">
            <a:norm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icon to place image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484569-FB15-3B4E-EF2D-43C609DE25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29375" y="7086600"/>
            <a:ext cx="11125199" cy="4251960"/>
          </a:xfrm>
        </p:spPr>
        <p:txBody>
          <a:bodyPr anchor="ctr"/>
          <a:lstStyle>
            <a:lvl1pPr algn="ctr">
              <a:defRPr sz="5400"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42566766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4E6B04E9-AFDA-A682-186B-6C9E617F31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36576000" cy="20574000"/>
          </a:xfrm>
          <a:solidFill>
            <a:schemeClr val="bg2"/>
          </a:solidFill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</p:spTree>
    <p:extLst>
      <p:ext uri="{BB962C8B-B14F-4D97-AF65-F5344CB8AC3E}">
        <p14:creationId xmlns:p14="http://schemas.microsoft.com/office/powerpoint/2010/main" val="41203275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">
            <a:extLst>
              <a:ext uri="{FF2B5EF4-FFF2-40B4-BE49-F238E27FC236}">
                <a16:creationId xmlns:a16="http://schemas.microsoft.com/office/drawing/2014/main" id="{6C2B65C0-8411-4E1E-BB2A-A35D3E68956B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36576000" cy="20574000"/>
          </a:xfrm>
          <a:solidFill>
            <a:schemeClr val="bg2"/>
          </a:solidFill>
        </p:spPr>
        <p:txBody>
          <a:bodyPr vert="horz" lIns="0" tIns="0" rIns="0" bIns="2103120" rtlCol="0" anchor="ctr">
            <a:noAutofit/>
          </a:bodyPr>
          <a:lstStyle>
            <a:lvl1pPr marL="0" marR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lang="en-US"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Char char="​"/>
              <a:tabLst/>
              <a:defRPr/>
            </a:pPr>
            <a:r>
              <a:rPr lang="en-US" dirty="0"/>
              <a:t>Click icon to place video</a:t>
            </a:r>
          </a:p>
        </p:txBody>
      </p:sp>
    </p:spTree>
    <p:extLst>
      <p:ext uri="{BB962C8B-B14F-4D97-AF65-F5344CB8AC3E}">
        <p14:creationId xmlns:p14="http://schemas.microsoft.com/office/powerpoint/2010/main" val="22255020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- Video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edia Placeholder">
            <a:extLst>
              <a:ext uri="{FF2B5EF4-FFF2-40B4-BE49-F238E27FC236}">
                <a16:creationId xmlns:a16="http://schemas.microsoft.com/office/drawing/2014/main" id="{40009700-B8EB-446E-63CF-6A960E38369F}"/>
              </a:ext>
            </a:extLst>
          </p:cNvPr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5486400" y="3104193"/>
            <a:ext cx="25603200" cy="14401800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icon to place video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E57EA603-01C1-8CDB-4C19-F3E4CD9922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28800" y="2454442"/>
            <a:ext cx="32918400" cy="625475"/>
          </a:xfrm>
        </p:spPr>
        <p:txBody>
          <a:bodyPr anchor="t"/>
          <a:lstStyle>
            <a:lvl1pPr algn="ctr">
              <a:spcBef>
                <a:spcPts val="0"/>
              </a:spcBef>
              <a:spcAft>
                <a:spcPts val="0"/>
              </a:spcAft>
              <a:defRPr sz="280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subtitle description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DF94EFC-9935-80B4-0DFC-13D0654CBD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1828800"/>
            <a:ext cx="32918400" cy="625642"/>
          </a:xfrm>
        </p:spPr>
        <p:txBody>
          <a:bodyPr/>
          <a:lstStyle>
            <a:lvl1pPr algn="ctr">
              <a:spcAft>
                <a:spcPts val="0"/>
              </a:spcAft>
              <a:defRPr sz="3600">
                <a:latin typeface="+mj-lt"/>
              </a:defRPr>
            </a:lvl1pPr>
          </a:lstStyle>
          <a:p>
            <a:r>
              <a:rPr lang="en-US" dirty="0"/>
              <a:t>Demo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076234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gre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64B3AED4-78D5-2F14-5B4B-21B821017D1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71B3CD7F-5DB5-8DB6-34DE-A76A3CB0406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1" name="Subtext 4">
            <a:extLst>
              <a:ext uri="{FF2B5EF4-FFF2-40B4-BE49-F238E27FC236}">
                <a16:creationId xmlns:a16="http://schemas.microsoft.com/office/drawing/2014/main" id="{1CF4EF74-1A73-D2BE-6AFA-08036C3794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3195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7" name="Header 4">
            <a:extLst>
              <a:ext uri="{FF2B5EF4-FFF2-40B4-BE49-F238E27FC236}">
                <a16:creationId xmlns:a16="http://schemas.microsoft.com/office/drawing/2014/main" id="{40179978-CE3B-4EC0-B13C-69175A036E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3195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60" name="Subtext 3">
            <a:extLst>
              <a:ext uri="{FF2B5EF4-FFF2-40B4-BE49-F238E27FC236}">
                <a16:creationId xmlns:a16="http://schemas.microsoft.com/office/drawing/2014/main" id="{C2710CA7-F848-684D-D126-CC756376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63090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6" name="Header 3">
            <a:extLst>
              <a:ext uri="{FF2B5EF4-FFF2-40B4-BE49-F238E27FC236}">
                <a16:creationId xmlns:a16="http://schemas.microsoft.com/office/drawing/2014/main" id="{098D07BE-FDC5-E01A-A0CE-33F2B9D14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63090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9" name="Subtext 2">
            <a:extLst>
              <a:ext uri="{FF2B5EF4-FFF2-40B4-BE49-F238E27FC236}">
                <a16:creationId xmlns:a16="http://schemas.microsoft.com/office/drawing/2014/main" id="{AB7D7708-A33D-D8FD-707A-00E9DD998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2985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5" name="Header 2">
            <a:extLst>
              <a:ext uri="{FF2B5EF4-FFF2-40B4-BE49-F238E27FC236}">
                <a16:creationId xmlns:a16="http://schemas.microsoft.com/office/drawing/2014/main" id="{679D8E00-D68F-65B4-566E-6CB8F6CC4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2985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8" name="Subtext 1">
            <a:extLst>
              <a:ext uri="{FF2B5EF4-FFF2-40B4-BE49-F238E27FC236}">
                <a16:creationId xmlns:a16="http://schemas.microsoft.com/office/drawing/2014/main" id="{118D7624-D0D3-7878-E776-271102D2DD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0808208"/>
            <a:ext cx="7715250" cy="7839075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4" name="Header 1">
            <a:extLst>
              <a:ext uri="{FF2B5EF4-FFF2-40B4-BE49-F238E27FC236}">
                <a16:creationId xmlns:a16="http://schemas.microsoft.com/office/drawing/2014/main" id="{E4E03FC1-0A77-8043-A8D4-F973033288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8714232"/>
            <a:ext cx="771525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4B15A384-8BF5-51E1-C323-F40491DFA9B5}"/>
              </a:ext>
            </a:extLst>
          </p:cNvPr>
          <p:cNvCxnSpPr/>
          <p:nvPr userDrawn="1"/>
        </p:nvCxnSpPr>
        <p:spPr>
          <a:xfrm>
            <a:off x="0" y="10287000"/>
            <a:ext cx="36576000" cy="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">
            <a:extLst>
              <a:ext uri="{FF2B5EF4-FFF2-40B4-BE49-F238E27FC236}">
                <a16:creationId xmlns:a16="http://schemas.microsoft.com/office/drawing/2014/main" id="{86DE2755-DD30-C9A8-2B7E-5FCB9E5B46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6F075E2-DF6D-2A9C-9C84-F99622305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41037308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A6CB6789-A0C4-095B-4F78-A1935A3E79A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E22358C3-92D5-2D07-2859-E0B77BBAAB9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Subtext 5">
            <a:extLst>
              <a:ext uri="{FF2B5EF4-FFF2-40B4-BE49-F238E27FC236}">
                <a16:creationId xmlns:a16="http://schemas.microsoft.com/office/drawing/2014/main" id="{79595540-7D50-9C33-11AB-4737EDCA05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1216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0" name="Header 5">
            <a:extLst>
              <a:ext uri="{FF2B5EF4-FFF2-40B4-BE49-F238E27FC236}">
                <a16:creationId xmlns:a16="http://schemas.microsoft.com/office/drawing/2014/main" id="{8469ED06-1608-84FC-0D7B-6FBF342065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71216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8" name="Date 5">
            <a:extLst>
              <a:ext uri="{FF2B5EF4-FFF2-40B4-BE49-F238E27FC236}">
                <a16:creationId xmlns:a16="http://schemas.microsoft.com/office/drawing/2014/main" id="{197DC0FF-E771-C7E5-1839-62718E5C28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8712161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1" name="Subtext 4">
            <a:extLst>
              <a:ext uri="{FF2B5EF4-FFF2-40B4-BE49-F238E27FC236}">
                <a16:creationId xmlns:a16="http://schemas.microsoft.com/office/drawing/2014/main" id="{1CF4EF74-1A73-D2BE-6AFA-08036C3794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991321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7" name="Header 4">
            <a:extLst>
              <a:ext uri="{FF2B5EF4-FFF2-40B4-BE49-F238E27FC236}">
                <a16:creationId xmlns:a16="http://schemas.microsoft.com/office/drawing/2014/main" id="{40179978-CE3B-4EC0-B13C-69175A036E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991321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7" name="Date 4">
            <a:extLst>
              <a:ext uri="{FF2B5EF4-FFF2-40B4-BE49-F238E27FC236}">
                <a16:creationId xmlns:a16="http://schemas.microsoft.com/office/drawing/2014/main" id="{8A35295F-18C1-E7C2-4B76-FA98F00E0CE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991321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0" name="Subtext 3">
            <a:extLst>
              <a:ext uri="{FF2B5EF4-FFF2-40B4-BE49-F238E27FC236}">
                <a16:creationId xmlns:a16="http://schemas.microsoft.com/office/drawing/2014/main" id="{C2710CA7-F848-684D-D126-CC756376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7048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6" name="Header 3">
            <a:extLst>
              <a:ext uri="{FF2B5EF4-FFF2-40B4-BE49-F238E27FC236}">
                <a16:creationId xmlns:a16="http://schemas.microsoft.com/office/drawing/2014/main" id="{098D07BE-FDC5-E01A-A0CE-33F2B9D14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7048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6" name="Date 3">
            <a:extLst>
              <a:ext uri="{FF2B5EF4-FFF2-40B4-BE49-F238E27FC236}">
                <a16:creationId xmlns:a16="http://schemas.microsoft.com/office/drawing/2014/main" id="{AA8E5F1F-D8CB-AF2C-6402-A88184D721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70480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9" name="Subtext 2">
            <a:extLst>
              <a:ext uri="{FF2B5EF4-FFF2-40B4-BE49-F238E27FC236}">
                <a16:creationId xmlns:a16="http://schemas.microsoft.com/office/drawing/2014/main" id="{AB7D7708-A33D-D8FD-707A-00E9DD998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964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5" name="Header 2">
            <a:extLst>
              <a:ext uri="{FF2B5EF4-FFF2-40B4-BE49-F238E27FC236}">
                <a16:creationId xmlns:a16="http://schemas.microsoft.com/office/drawing/2014/main" id="{679D8E00-D68F-65B4-566E-6CB8F6CC4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4964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5" name="Date 2">
            <a:extLst>
              <a:ext uri="{FF2B5EF4-FFF2-40B4-BE49-F238E27FC236}">
                <a16:creationId xmlns:a16="http://schemas.microsoft.com/office/drawing/2014/main" id="{2BA200AD-64DF-9EA9-931D-7CC351D191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49640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8" name="Subtext 1">
            <a:extLst>
              <a:ext uri="{FF2B5EF4-FFF2-40B4-BE49-F238E27FC236}">
                <a16:creationId xmlns:a16="http://schemas.microsoft.com/office/drawing/2014/main" id="{118D7624-D0D3-7878-E776-271102D2DD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0808208"/>
            <a:ext cx="6035040" cy="7836408"/>
          </a:xfrm>
        </p:spPr>
        <p:txBody>
          <a:bodyPr lIns="32004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54" name="Header 1">
            <a:extLst>
              <a:ext uri="{FF2B5EF4-FFF2-40B4-BE49-F238E27FC236}">
                <a16:creationId xmlns:a16="http://schemas.microsoft.com/office/drawing/2014/main" id="{E4E03FC1-0A77-8043-A8D4-F973033288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8714232"/>
            <a:ext cx="6035040" cy="1200329"/>
          </a:xfrm>
        </p:spPr>
        <p:txBody>
          <a:bodyPr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4" name="Date 1">
            <a:extLst>
              <a:ext uri="{FF2B5EF4-FFF2-40B4-BE49-F238E27FC236}">
                <a16:creationId xmlns:a16="http://schemas.microsoft.com/office/drawing/2014/main" id="{AA7B335B-116C-4EAD-5E50-3BE7BD181D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28800" y="7480220"/>
            <a:ext cx="6035040" cy="646331"/>
          </a:xfrm>
        </p:spPr>
        <p:txBody>
          <a:bodyPr wrap="square" lIns="32004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4B15A384-8BF5-51E1-C323-F40491DFA9B5}"/>
              </a:ext>
            </a:extLst>
          </p:cNvPr>
          <p:cNvCxnSpPr/>
          <p:nvPr userDrawn="1"/>
        </p:nvCxnSpPr>
        <p:spPr>
          <a:xfrm>
            <a:off x="0" y="10287000"/>
            <a:ext cx="36576000" cy="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">
            <a:extLst>
              <a:ext uri="{FF2B5EF4-FFF2-40B4-BE49-F238E27FC236}">
                <a16:creationId xmlns:a16="http://schemas.microsoft.com/office/drawing/2014/main" id="{86DE2755-DD30-C9A8-2B7E-5FCB9E5B46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6F075E2-DF6D-2A9C-9C84-F99622305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574683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4755AA01-CD1A-BA1A-6267-72402A650C10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AEBDFF6D-5282-AD34-8B0E-F3B5DB237CA7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Subtext 5">
            <a:extLst>
              <a:ext uri="{FF2B5EF4-FFF2-40B4-BE49-F238E27FC236}">
                <a16:creationId xmlns:a16="http://schemas.microsoft.com/office/drawing/2014/main" id="{79595540-7D50-9C33-11AB-4737EDCA05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1216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B7F07BEA-9328-83D7-7A86-EF49E5AB367B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29032200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20" name="Header 5">
            <a:extLst>
              <a:ext uri="{FF2B5EF4-FFF2-40B4-BE49-F238E27FC236}">
                <a16:creationId xmlns:a16="http://schemas.microsoft.com/office/drawing/2014/main" id="{8469ED06-1608-84FC-0D7B-6FBF342065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871216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8" name="Date 5">
            <a:extLst>
              <a:ext uri="{FF2B5EF4-FFF2-40B4-BE49-F238E27FC236}">
                <a16:creationId xmlns:a16="http://schemas.microsoft.com/office/drawing/2014/main" id="{197DC0FF-E771-C7E5-1839-62718E5C28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8712161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1" name="Subtext 4">
            <a:extLst>
              <a:ext uri="{FF2B5EF4-FFF2-40B4-BE49-F238E27FC236}">
                <a16:creationId xmlns:a16="http://schemas.microsoft.com/office/drawing/2014/main" id="{1CF4EF74-1A73-D2BE-6AFA-08036C3794F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1991321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4" name="Picture Placeholder 4">
            <a:extLst>
              <a:ext uri="{FF2B5EF4-FFF2-40B4-BE49-F238E27FC236}">
                <a16:creationId xmlns:a16="http://schemas.microsoft.com/office/drawing/2014/main" id="{272FF6CA-4EAC-CC1F-F26F-2BCDDEECA983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22311361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7" name="Header 4">
            <a:extLst>
              <a:ext uri="{FF2B5EF4-FFF2-40B4-BE49-F238E27FC236}">
                <a16:creationId xmlns:a16="http://schemas.microsoft.com/office/drawing/2014/main" id="{40179978-CE3B-4EC0-B13C-69175A036E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991321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7" name="Date 4">
            <a:extLst>
              <a:ext uri="{FF2B5EF4-FFF2-40B4-BE49-F238E27FC236}">
                <a16:creationId xmlns:a16="http://schemas.microsoft.com/office/drawing/2014/main" id="{8A35295F-18C1-E7C2-4B76-FA98F00E0CE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1991321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60" name="Subtext 3">
            <a:extLst>
              <a:ext uri="{FF2B5EF4-FFF2-40B4-BE49-F238E27FC236}">
                <a16:creationId xmlns:a16="http://schemas.microsoft.com/office/drawing/2014/main" id="{C2710CA7-F848-684D-D126-CC756376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27048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F05EA37B-1E0F-5633-E2D2-0B1F3E9CBD61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15590520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6" name="Header 3">
            <a:extLst>
              <a:ext uri="{FF2B5EF4-FFF2-40B4-BE49-F238E27FC236}">
                <a16:creationId xmlns:a16="http://schemas.microsoft.com/office/drawing/2014/main" id="{098D07BE-FDC5-E01A-A0CE-33F2B9D14D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7048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6" name="Date 3">
            <a:extLst>
              <a:ext uri="{FF2B5EF4-FFF2-40B4-BE49-F238E27FC236}">
                <a16:creationId xmlns:a16="http://schemas.microsoft.com/office/drawing/2014/main" id="{AA8E5F1F-D8CB-AF2C-6402-A88184D7217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70480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9" name="Subtext 2">
            <a:extLst>
              <a:ext uri="{FF2B5EF4-FFF2-40B4-BE49-F238E27FC236}">
                <a16:creationId xmlns:a16="http://schemas.microsoft.com/office/drawing/2014/main" id="{AB7D7708-A33D-D8FD-707A-00E9DD998A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964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BD4D4623-91D4-3807-8FEA-A1445E516A8F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8869680" y="10736828"/>
            <a:ext cx="5715000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5" name="Header 2">
            <a:extLst>
              <a:ext uri="{FF2B5EF4-FFF2-40B4-BE49-F238E27FC236}">
                <a16:creationId xmlns:a16="http://schemas.microsoft.com/office/drawing/2014/main" id="{679D8E00-D68F-65B4-566E-6CB8F6CC4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4964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5" name="Date 2">
            <a:extLst>
              <a:ext uri="{FF2B5EF4-FFF2-40B4-BE49-F238E27FC236}">
                <a16:creationId xmlns:a16="http://schemas.microsoft.com/office/drawing/2014/main" id="{2BA200AD-64DF-9EA9-931D-7CC351D191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49640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sp>
        <p:nvSpPr>
          <p:cNvPr id="58" name="Subtext 1">
            <a:extLst>
              <a:ext uri="{FF2B5EF4-FFF2-40B4-BE49-F238E27FC236}">
                <a16:creationId xmlns:a16="http://schemas.microsoft.com/office/drawing/2014/main" id="{118D7624-D0D3-7878-E776-271102D2DD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28800" y="14225837"/>
            <a:ext cx="6035040" cy="4519364"/>
          </a:xfrm>
        </p:spPr>
        <p:txBody>
          <a:bodyPr lIns="320040" tIns="45720" anchor="t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 sz="3400"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56269049-A39A-59CE-F6F5-56614D1F130A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2148840" y="10736828"/>
            <a:ext cx="5714999" cy="3214687"/>
          </a:xfrm>
          <a:solidFill>
            <a:schemeClr val="bg2"/>
          </a:solidFill>
          <a:ln>
            <a:solidFill>
              <a:schemeClr val="accent6"/>
            </a:solidFill>
          </a:ln>
        </p:spPr>
        <p:txBody>
          <a:bodyPr tIns="0" bIns="2103120" anchor="ctr"/>
          <a:lstStyle>
            <a:lvl1pPr algn="ctr"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place image</a:t>
            </a:r>
          </a:p>
        </p:txBody>
      </p:sp>
      <p:sp>
        <p:nvSpPr>
          <p:cNvPr id="54" name="Header 1">
            <a:extLst>
              <a:ext uri="{FF2B5EF4-FFF2-40B4-BE49-F238E27FC236}">
                <a16:creationId xmlns:a16="http://schemas.microsoft.com/office/drawing/2014/main" id="{E4E03FC1-0A77-8043-A8D4-F973033288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28800" y="8714232"/>
            <a:ext cx="6035040" cy="1200329"/>
          </a:xfrm>
        </p:spPr>
        <p:txBody>
          <a:bodyPr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latin typeface="+mn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Text</a:t>
            </a:r>
          </a:p>
        </p:txBody>
      </p:sp>
      <p:sp>
        <p:nvSpPr>
          <p:cNvPr id="14" name="Date 1">
            <a:extLst>
              <a:ext uri="{FF2B5EF4-FFF2-40B4-BE49-F238E27FC236}">
                <a16:creationId xmlns:a16="http://schemas.microsoft.com/office/drawing/2014/main" id="{AA7B335B-116C-4EAD-5E50-3BE7BD181D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28800" y="7480220"/>
            <a:ext cx="6035040" cy="646331"/>
          </a:xfrm>
        </p:spPr>
        <p:txBody>
          <a:bodyPr wrap="square" lIns="320040" tIns="45720" anchor="b">
            <a:noAutofit/>
          </a:bodyPr>
          <a:lstStyle>
            <a:lvl1pPr marL="0" marR="0" indent="0" algn="l" defTabSz="2743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l" defTabSz="2743200" rtl="0" eaLnBrk="1" fontAlgn="auto" latinLnBrk="0" hangingPunct="1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Tx/>
              <a:buFont typeface="NVIDIA Sans" panose="020B0503020203020204" pitchFamily="34" charset="0"/>
              <a:buNone/>
              <a:tabLst/>
              <a:defRPr/>
            </a:pPr>
            <a:r>
              <a:rPr lang="en-US" dirty="0"/>
              <a:t>Click to edit date</a:t>
            </a:r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4B15A384-8BF5-51E1-C323-F40491DFA9B5}"/>
              </a:ext>
            </a:extLst>
          </p:cNvPr>
          <p:cNvCxnSpPr/>
          <p:nvPr userDrawn="1"/>
        </p:nvCxnSpPr>
        <p:spPr>
          <a:xfrm>
            <a:off x="0" y="10287000"/>
            <a:ext cx="36576000" cy="0"/>
          </a:xfrm>
          <a:prstGeom prst="line">
            <a:avLst/>
          </a:prstGeom>
          <a:ln w="635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">
            <a:extLst>
              <a:ext uri="{FF2B5EF4-FFF2-40B4-BE49-F238E27FC236}">
                <a16:creationId xmlns:a16="http://schemas.microsoft.com/office/drawing/2014/main" id="{86DE2755-DD30-C9A8-2B7E-5FCB9E5B46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B6F075E2-DF6D-2A9C-9C84-F99622305E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3558575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(Center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148C0C1F-BDEF-41A8-0F04-DDA5A236CBD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Subtitle">
            <a:extLst>
              <a:ext uri="{FF2B5EF4-FFF2-40B4-BE49-F238E27FC236}">
                <a16:creationId xmlns:a16="http://schemas.microsoft.com/office/drawing/2014/main" id="{38EBA30A-0D8A-3E20-4C9B-FD252C9B2F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FontTx/>
              <a:buNone/>
              <a:defRPr sz="4800">
                <a:solidFill>
                  <a:schemeClr val="accent6"/>
                </a:solidFill>
                <a:latin typeface="+mn-lt"/>
              </a:defRPr>
            </a:lvl1pPr>
            <a:lvl2pPr>
              <a:defRPr sz="4800">
                <a:solidFill>
                  <a:schemeClr val="accent6"/>
                </a:solidFill>
              </a:defRPr>
            </a:lvl2pPr>
            <a:lvl3pPr>
              <a:defRPr sz="4800">
                <a:solidFill>
                  <a:schemeClr val="accent6"/>
                </a:solidFill>
              </a:defRPr>
            </a:lvl3pPr>
            <a:lvl4pPr>
              <a:defRPr sz="4800">
                <a:solidFill>
                  <a:schemeClr val="accent6"/>
                </a:solidFill>
              </a:defRPr>
            </a:lvl4pPr>
            <a:lvl5pPr>
              <a:defRPr sz="48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subtitle here</a:t>
            </a:r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4E0AD47A-D8EB-F7A4-1A0C-9EBD23C77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914400"/>
            <a:ext cx="32918400" cy="2468880"/>
          </a:xfrm>
        </p:spPr>
        <p:txBody>
          <a:bodyPr/>
          <a:lstStyle>
            <a:lvl1pPr algn="ctr">
              <a:defRPr>
                <a:latin typeface="+mj-lt"/>
              </a:defRPr>
            </a:lvl1pPr>
          </a:lstStyle>
          <a:p>
            <a:r>
              <a:rPr lang="en-US" dirty="0"/>
              <a:t>Click to Edit Title Here</a:t>
            </a:r>
          </a:p>
        </p:txBody>
      </p:sp>
    </p:spTree>
    <p:extLst>
      <p:ext uri="{BB962C8B-B14F-4D97-AF65-F5344CB8AC3E}">
        <p14:creationId xmlns:p14="http://schemas.microsoft.com/office/powerpoint/2010/main" val="1672345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6874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Text">
            <a:extLst>
              <a:ext uri="{FF2B5EF4-FFF2-40B4-BE49-F238E27FC236}">
                <a16:creationId xmlns:a16="http://schemas.microsoft.com/office/drawing/2014/main" id="{1BF75DB8-C4B4-5045-D3CD-0BB9D247A7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4543020" y="19448330"/>
            <a:ext cx="1119785" cy="209889"/>
          </a:xfrm>
          <a:custGeom>
            <a:avLst/>
            <a:gdLst>
              <a:gd name="csX0" fmla="*/ 465673 w 1119785"/>
              <a:gd name="csY0" fmla="*/ 284 h 209889"/>
              <a:gd name="csX1" fmla="*/ 465694 w 1119785"/>
              <a:gd name="csY1" fmla="*/ 209890 h 209889"/>
              <a:gd name="csX2" fmla="*/ 524892 w 1119785"/>
              <a:gd name="csY2" fmla="*/ 209890 h 209889"/>
              <a:gd name="csX3" fmla="*/ 524892 w 1119785"/>
              <a:gd name="csY3" fmla="*/ 288 h 209889"/>
              <a:gd name="csX4" fmla="*/ 465673 w 1119785"/>
              <a:gd name="csY4" fmla="*/ 284 h 209889"/>
              <a:gd name="csX5" fmla="*/ 0 w 1119785"/>
              <a:gd name="csY5" fmla="*/ 0 h 209889"/>
              <a:gd name="csX6" fmla="*/ 0 w 1119785"/>
              <a:gd name="csY6" fmla="*/ 209890 h 209889"/>
              <a:gd name="csX7" fmla="*/ 59719 w 1119785"/>
              <a:gd name="csY7" fmla="*/ 209890 h 209889"/>
              <a:gd name="csX8" fmla="*/ 59719 w 1119785"/>
              <a:gd name="csY8" fmla="*/ 50517 h 209889"/>
              <a:gd name="csX9" fmla="*/ 105986 w 1119785"/>
              <a:gd name="csY9" fmla="*/ 50533 h 209889"/>
              <a:gd name="csX10" fmla="*/ 139614 w 1119785"/>
              <a:gd name="csY10" fmla="*/ 62228 h 209889"/>
              <a:gd name="csX11" fmla="*/ 152802 w 1119785"/>
              <a:gd name="csY11" fmla="*/ 117726 h 209889"/>
              <a:gd name="csX12" fmla="*/ 152802 w 1119785"/>
              <a:gd name="csY12" fmla="*/ 209890 h 209889"/>
              <a:gd name="csX13" fmla="*/ 210658 w 1119785"/>
              <a:gd name="csY13" fmla="*/ 209880 h 209889"/>
              <a:gd name="csX14" fmla="*/ 210665 w 1119785"/>
              <a:gd name="csY14" fmla="*/ 93927 h 209889"/>
              <a:gd name="csX15" fmla="*/ 106298 w 1119785"/>
              <a:gd name="csY15" fmla="*/ 0 h 209889"/>
              <a:gd name="csX16" fmla="*/ 0 w 1119785"/>
              <a:gd name="csY16" fmla="*/ 0 h 209889"/>
              <a:gd name="csX17" fmla="*/ 560987 w 1119785"/>
              <a:gd name="csY17" fmla="*/ 292 h 209889"/>
              <a:gd name="csX18" fmla="*/ 560987 w 1119785"/>
              <a:gd name="csY18" fmla="*/ 209890 h 209889"/>
              <a:gd name="csX19" fmla="*/ 657002 w 1119785"/>
              <a:gd name="csY19" fmla="*/ 209890 h 209889"/>
              <a:gd name="csX20" fmla="*/ 742915 w 1119785"/>
              <a:gd name="csY20" fmla="*/ 182307 h 209889"/>
              <a:gd name="csX21" fmla="*/ 763926 w 1119785"/>
              <a:gd name="csY21" fmla="*/ 107395 h 209889"/>
              <a:gd name="csX22" fmla="*/ 744763 w 1119785"/>
              <a:gd name="csY22" fmla="*/ 35282 h 209889"/>
              <a:gd name="csX23" fmla="*/ 644072 w 1119785"/>
              <a:gd name="csY23" fmla="*/ 292 h 209889"/>
              <a:gd name="csX24" fmla="*/ 560987 w 1119785"/>
              <a:gd name="csY24" fmla="*/ 292 h 209889"/>
              <a:gd name="csX25" fmla="*/ 619712 w 1119785"/>
              <a:gd name="csY25" fmla="*/ 45930 h 209889"/>
              <a:gd name="csX26" fmla="*/ 645163 w 1119785"/>
              <a:gd name="csY26" fmla="*/ 45930 h 209889"/>
              <a:gd name="csX27" fmla="*/ 705965 w 1119785"/>
              <a:gd name="csY27" fmla="*/ 105536 h 209889"/>
              <a:gd name="csX28" fmla="*/ 645163 w 1119785"/>
              <a:gd name="csY28" fmla="*/ 165153 h 209889"/>
              <a:gd name="csX29" fmla="*/ 619712 w 1119785"/>
              <a:gd name="csY29" fmla="*/ 165153 h 209889"/>
              <a:gd name="csX30" fmla="*/ 619712 w 1119785"/>
              <a:gd name="csY30" fmla="*/ 45930 h 209889"/>
              <a:gd name="csX31" fmla="*/ 380323 w 1119785"/>
              <a:gd name="csY31" fmla="*/ 292 h 209889"/>
              <a:gd name="csX32" fmla="*/ 330923 w 1119785"/>
              <a:gd name="csY32" fmla="*/ 166410 h 209889"/>
              <a:gd name="csX33" fmla="*/ 283578 w 1119785"/>
              <a:gd name="csY33" fmla="*/ 302 h 209889"/>
              <a:gd name="csX34" fmla="*/ 219677 w 1119785"/>
              <a:gd name="csY34" fmla="*/ 292 h 209889"/>
              <a:gd name="csX35" fmla="*/ 287289 w 1119785"/>
              <a:gd name="csY35" fmla="*/ 209890 h 209889"/>
              <a:gd name="csX36" fmla="*/ 372604 w 1119785"/>
              <a:gd name="csY36" fmla="*/ 209890 h 209889"/>
              <a:gd name="csX37" fmla="*/ 440744 w 1119785"/>
              <a:gd name="csY37" fmla="*/ 292 h 209889"/>
              <a:gd name="csX38" fmla="*/ 380323 w 1119785"/>
              <a:gd name="csY38" fmla="*/ 292 h 209889"/>
              <a:gd name="csX39" fmla="*/ 791468 w 1119785"/>
              <a:gd name="csY39" fmla="*/ 209890 h 209889"/>
              <a:gd name="csX40" fmla="*/ 850673 w 1119785"/>
              <a:gd name="csY40" fmla="*/ 209890 h 209889"/>
              <a:gd name="csX41" fmla="*/ 850673 w 1119785"/>
              <a:gd name="csY41" fmla="*/ 302 h 209889"/>
              <a:gd name="csX42" fmla="*/ 791454 w 1119785"/>
              <a:gd name="csY42" fmla="*/ 292 h 209889"/>
              <a:gd name="csX43" fmla="*/ 791468 w 1119785"/>
              <a:gd name="csY43" fmla="*/ 209890 h 209889"/>
              <a:gd name="csX44" fmla="*/ 957416 w 1119785"/>
              <a:gd name="csY44" fmla="*/ 367 h 209889"/>
              <a:gd name="csX45" fmla="*/ 874755 w 1119785"/>
              <a:gd name="csY45" fmla="*/ 209818 h 209889"/>
              <a:gd name="csX46" fmla="*/ 933125 w 1119785"/>
              <a:gd name="csY46" fmla="*/ 209818 h 209889"/>
              <a:gd name="csX47" fmla="*/ 946202 w 1119785"/>
              <a:gd name="csY47" fmla="*/ 172798 h 209889"/>
              <a:gd name="csX48" fmla="*/ 1044030 w 1119785"/>
              <a:gd name="csY48" fmla="*/ 172798 h 209889"/>
              <a:gd name="csX49" fmla="*/ 1056412 w 1119785"/>
              <a:gd name="csY49" fmla="*/ 209818 h 209889"/>
              <a:gd name="csX50" fmla="*/ 1119785 w 1119785"/>
              <a:gd name="csY50" fmla="*/ 209818 h 209889"/>
              <a:gd name="csX51" fmla="*/ 1036492 w 1119785"/>
              <a:gd name="csY51" fmla="*/ 349 h 209889"/>
              <a:gd name="csX52" fmla="*/ 957416 w 1119785"/>
              <a:gd name="csY52" fmla="*/ 367 h 209889"/>
              <a:gd name="csX53" fmla="*/ 995846 w 1119785"/>
              <a:gd name="csY53" fmla="*/ 38579 h 209889"/>
              <a:gd name="csX54" fmla="*/ 1031705 w 1119785"/>
              <a:gd name="csY54" fmla="*/ 136703 h 209889"/>
              <a:gd name="csX55" fmla="*/ 958854 w 1119785"/>
              <a:gd name="csY55" fmla="*/ 136703 h 209889"/>
              <a:gd name="csX56" fmla="*/ 995846 w 1119785"/>
              <a:gd name="csY56" fmla="*/ 38579 h 2098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1119785" h="209889">
                <a:moveTo>
                  <a:pt x="465673" y="284"/>
                </a:moveTo>
                <a:lnTo>
                  <a:pt x="465694" y="209890"/>
                </a:lnTo>
                <a:lnTo>
                  <a:pt x="524892" y="209890"/>
                </a:lnTo>
                <a:lnTo>
                  <a:pt x="524892" y="288"/>
                </a:lnTo>
                <a:lnTo>
                  <a:pt x="465673" y="284"/>
                </a:lnTo>
                <a:close/>
                <a:moveTo>
                  <a:pt x="0" y="0"/>
                </a:moveTo>
                <a:lnTo>
                  <a:pt x="0" y="209890"/>
                </a:lnTo>
                <a:lnTo>
                  <a:pt x="59719" y="209890"/>
                </a:lnTo>
                <a:lnTo>
                  <a:pt x="59719" y="50517"/>
                </a:lnTo>
                <a:lnTo>
                  <a:pt x="105986" y="50533"/>
                </a:lnTo>
                <a:cubicBezTo>
                  <a:pt x="121313" y="50533"/>
                  <a:pt x="132229" y="54347"/>
                  <a:pt x="139614" y="62228"/>
                </a:cubicBezTo>
                <a:cubicBezTo>
                  <a:pt x="148980" y="72206"/>
                  <a:pt x="152802" y="88290"/>
                  <a:pt x="152802" y="117726"/>
                </a:cubicBezTo>
                <a:lnTo>
                  <a:pt x="152802" y="209890"/>
                </a:lnTo>
                <a:lnTo>
                  <a:pt x="210658" y="209880"/>
                </a:lnTo>
                <a:lnTo>
                  <a:pt x="210665" y="93927"/>
                </a:lnTo>
                <a:cubicBezTo>
                  <a:pt x="210665" y="11161"/>
                  <a:pt x="157909" y="0"/>
                  <a:pt x="106298" y="0"/>
                </a:cubicBezTo>
                <a:lnTo>
                  <a:pt x="0" y="0"/>
                </a:lnTo>
                <a:moveTo>
                  <a:pt x="560987" y="292"/>
                </a:moveTo>
                <a:lnTo>
                  <a:pt x="560987" y="209890"/>
                </a:lnTo>
                <a:lnTo>
                  <a:pt x="657002" y="209890"/>
                </a:lnTo>
                <a:cubicBezTo>
                  <a:pt x="708161" y="209890"/>
                  <a:pt x="724857" y="201382"/>
                  <a:pt x="742915" y="182307"/>
                </a:cubicBezTo>
                <a:cubicBezTo>
                  <a:pt x="755679" y="168916"/>
                  <a:pt x="763926" y="139520"/>
                  <a:pt x="763926" y="107395"/>
                </a:cubicBezTo>
                <a:cubicBezTo>
                  <a:pt x="763926" y="77934"/>
                  <a:pt x="756943" y="51650"/>
                  <a:pt x="744763" y="35282"/>
                </a:cubicBezTo>
                <a:cubicBezTo>
                  <a:pt x="722835" y="6013"/>
                  <a:pt x="691235" y="292"/>
                  <a:pt x="644072" y="292"/>
                </a:cubicBezTo>
                <a:lnTo>
                  <a:pt x="560987" y="292"/>
                </a:lnTo>
                <a:close/>
                <a:moveTo>
                  <a:pt x="619712" y="45930"/>
                </a:moveTo>
                <a:lnTo>
                  <a:pt x="645163" y="45930"/>
                </a:lnTo>
                <a:cubicBezTo>
                  <a:pt x="682085" y="45930"/>
                  <a:pt x="705965" y="62512"/>
                  <a:pt x="705965" y="105536"/>
                </a:cubicBezTo>
                <a:cubicBezTo>
                  <a:pt x="705965" y="148571"/>
                  <a:pt x="682085" y="165153"/>
                  <a:pt x="645163" y="165153"/>
                </a:cubicBezTo>
                <a:lnTo>
                  <a:pt x="619712" y="165153"/>
                </a:lnTo>
                <a:lnTo>
                  <a:pt x="619712" y="45930"/>
                </a:lnTo>
                <a:close/>
                <a:moveTo>
                  <a:pt x="380323" y="292"/>
                </a:moveTo>
                <a:lnTo>
                  <a:pt x="330923" y="166410"/>
                </a:lnTo>
                <a:lnTo>
                  <a:pt x="283578" y="302"/>
                </a:lnTo>
                <a:lnTo>
                  <a:pt x="219677" y="292"/>
                </a:lnTo>
                <a:lnTo>
                  <a:pt x="287289" y="209890"/>
                </a:lnTo>
                <a:lnTo>
                  <a:pt x="372604" y="209890"/>
                </a:lnTo>
                <a:lnTo>
                  <a:pt x="440744" y="292"/>
                </a:lnTo>
                <a:lnTo>
                  <a:pt x="380323" y="292"/>
                </a:lnTo>
                <a:close/>
                <a:moveTo>
                  <a:pt x="791468" y="209890"/>
                </a:moveTo>
                <a:lnTo>
                  <a:pt x="850673" y="209890"/>
                </a:lnTo>
                <a:lnTo>
                  <a:pt x="850673" y="302"/>
                </a:lnTo>
                <a:lnTo>
                  <a:pt x="791454" y="292"/>
                </a:lnTo>
                <a:lnTo>
                  <a:pt x="791468" y="209890"/>
                </a:lnTo>
                <a:close/>
                <a:moveTo>
                  <a:pt x="957416" y="367"/>
                </a:moveTo>
                <a:lnTo>
                  <a:pt x="874755" y="209818"/>
                </a:lnTo>
                <a:lnTo>
                  <a:pt x="933125" y="209818"/>
                </a:lnTo>
                <a:lnTo>
                  <a:pt x="946202" y="172798"/>
                </a:lnTo>
                <a:lnTo>
                  <a:pt x="1044030" y="172798"/>
                </a:lnTo>
                <a:lnTo>
                  <a:pt x="1056412" y="209818"/>
                </a:lnTo>
                <a:lnTo>
                  <a:pt x="1119785" y="209818"/>
                </a:lnTo>
                <a:lnTo>
                  <a:pt x="1036492" y="349"/>
                </a:lnTo>
                <a:lnTo>
                  <a:pt x="957416" y="367"/>
                </a:lnTo>
                <a:close/>
                <a:moveTo>
                  <a:pt x="995846" y="38579"/>
                </a:moveTo>
                <a:lnTo>
                  <a:pt x="1031705" y="136703"/>
                </a:lnTo>
                <a:lnTo>
                  <a:pt x="958854" y="136703"/>
                </a:lnTo>
                <a:lnTo>
                  <a:pt x="995846" y="38579"/>
                </a:lnTo>
                <a:close/>
              </a:path>
            </a:pathLst>
          </a:custGeom>
          <a:solidFill>
            <a:schemeClr val="tx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Logo Eye">
            <a:extLst>
              <a:ext uri="{FF2B5EF4-FFF2-40B4-BE49-F238E27FC236}">
                <a16:creationId xmlns:a16="http://schemas.microsoft.com/office/drawing/2014/main" id="{5530284D-5EA9-3120-4325-FD1BC8D498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3981198" y="19388273"/>
            <a:ext cx="482575" cy="319331"/>
          </a:xfrm>
          <a:custGeom>
            <a:avLst/>
            <a:gdLst>
              <a:gd name="csX0" fmla="*/ 180055 w 482575"/>
              <a:gd name="csY0" fmla="*/ 95285 h 319331"/>
              <a:gd name="csX1" fmla="*/ 180055 w 482575"/>
              <a:gd name="csY1" fmla="*/ 66441 h 319331"/>
              <a:gd name="csX2" fmla="*/ 188566 w 482575"/>
              <a:gd name="csY2" fmla="*/ 66002 h 319331"/>
              <a:gd name="csX3" fmla="*/ 319215 w 482575"/>
              <a:gd name="csY3" fmla="*/ 133789 h 319331"/>
              <a:gd name="csX4" fmla="*/ 203378 w 482575"/>
              <a:gd name="csY4" fmla="*/ 211432 h 319331"/>
              <a:gd name="csX5" fmla="*/ 180055 w 482575"/>
              <a:gd name="csY5" fmla="*/ 207703 h 319331"/>
              <a:gd name="csX6" fmla="*/ 180055 w 482575"/>
              <a:gd name="csY6" fmla="*/ 120235 h 319331"/>
              <a:gd name="csX7" fmla="*/ 235412 w 482575"/>
              <a:gd name="csY7" fmla="*/ 168288 h 319331"/>
              <a:gd name="csX8" fmla="*/ 276478 w 482575"/>
              <a:gd name="csY8" fmla="*/ 133663 h 319331"/>
              <a:gd name="csX9" fmla="*/ 195969 w 482575"/>
              <a:gd name="csY9" fmla="*/ 94346 h 319331"/>
              <a:gd name="csX10" fmla="*/ 180055 w 482575"/>
              <a:gd name="csY10" fmla="*/ 95285 h 319331"/>
              <a:gd name="csX11" fmla="*/ 180055 w 482575"/>
              <a:gd name="csY11" fmla="*/ 0 h 319331"/>
              <a:gd name="csX12" fmla="*/ 180055 w 482575"/>
              <a:gd name="csY12" fmla="*/ 43086 h 319331"/>
              <a:gd name="csX13" fmla="*/ 188566 w 482575"/>
              <a:gd name="csY13" fmla="*/ 42579 h 319331"/>
              <a:gd name="csX14" fmla="*/ 369752 w 482575"/>
              <a:gd name="csY14" fmla="*/ 132555 h 319331"/>
              <a:gd name="csX15" fmla="*/ 202126 w 482575"/>
              <a:gd name="csY15" fmla="*/ 232386 h 319331"/>
              <a:gd name="csX16" fmla="*/ 180055 w 482575"/>
              <a:gd name="csY16" fmla="*/ 230442 h 319331"/>
              <a:gd name="csX17" fmla="*/ 180055 w 482575"/>
              <a:gd name="csY17" fmla="*/ 257075 h 319331"/>
              <a:gd name="csX18" fmla="*/ 198434 w 482575"/>
              <a:gd name="csY18" fmla="*/ 258265 h 319331"/>
              <a:gd name="csX19" fmla="*/ 391326 w 482575"/>
              <a:gd name="csY19" fmla="*/ 169512 h 319331"/>
              <a:gd name="csX20" fmla="*/ 446177 w 482575"/>
              <a:gd name="csY20" fmla="*/ 202800 h 319331"/>
              <a:gd name="csX21" fmla="*/ 199658 w 482575"/>
              <a:gd name="csY21" fmla="*/ 282921 h 319331"/>
              <a:gd name="csX22" fmla="*/ 180055 w 482575"/>
              <a:gd name="csY22" fmla="*/ 281903 h 319331"/>
              <a:gd name="csX23" fmla="*/ 180055 w 482575"/>
              <a:gd name="csY23" fmla="*/ 319332 h 319331"/>
              <a:gd name="csX24" fmla="*/ 482575 w 482575"/>
              <a:gd name="csY24" fmla="*/ 319332 h 319331"/>
              <a:gd name="csX25" fmla="*/ 482575 w 482575"/>
              <a:gd name="csY25" fmla="*/ 0 h 319331"/>
              <a:gd name="csX26" fmla="*/ 180055 w 482575"/>
              <a:gd name="csY26" fmla="*/ 0 h 319331"/>
              <a:gd name="csX27" fmla="*/ 180055 w 482575"/>
              <a:gd name="csY27" fmla="*/ 207703 h 319331"/>
              <a:gd name="csX28" fmla="*/ 180055 w 482575"/>
              <a:gd name="csY28" fmla="*/ 230442 h 319331"/>
              <a:gd name="csX29" fmla="*/ 86007 w 482575"/>
              <a:gd name="csY29" fmla="*/ 140794 h 319331"/>
              <a:gd name="csX30" fmla="*/ 180055 w 482575"/>
              <a:gd name="csY30" fmla="*/ 95285 h 319331"/>
              <a:gd name="csX31" fmla="*/ 180055 w 482575"/>
              <a:gd name="csY31" fmla="*/ 120235 h 319331"/>
              <a:gd name="csX32" fmla="*/ 179940 w 482575"/>
              <a:gd name="csY32" fmla="*/ 120222 h 319331"/>
              <a:gd name="csX33" fmla="*/ 125067 w 482575"/>
              <a:gd name="csY33" fmla="*/ 145306 h 319331"/>
              <a:gd name="csX34" fmla="*/ 180055 w 482575"/>
              <a:gd name="csY34" fmla="*/ 207703 h 319331"/>
              <a:gd name="csX35" fmla="*/ 49305 w 482575"/>
              <a:gd name="csY35" fmla="*/ 137478 h 319331"/>
              <a:gd name="csX36" fmla="*/ 180055 w 482575"/>
              <a:gd name="csY36" fmla="*/ 66441 h 319331"/>
              <a:gd name="csX37" fmla="*/ 180055 w 482575"/>
              <a:gd name="csY37" fmla="*/ 43086 h 319331"/>
              <a:gd name="csX38" fmla="*/ 0 w 482575"/>
              <a:gd name="csY38" fmla="*/ 132555 h 319331"/>
              <a:gd name="csX39" fmla="*/ 180055 w 482575"/>
              <a:gd name="csY39" fmla="*/ 281903 h 319331"/>
              <a:gd name="csX40" fmla="*/ 180055 w 482575"/>
              <a:gd name="csY40" fmla="*/ 257075 h 319331"/>
              <a:gd name="csX41" fmla="*/ 49305 w 482575"/>
              <a:gd name="csY41" fmla="*/ 137478 h 319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482575" h="319331">
                <a:moveTo>
                  <a:pt x="180055" y="95285"/>
                </a:moveTo>
                <a:lnTo>
                  <a:pt x="180055" y="66441"/>
                </a:lnTo>
                <a:cubicBezTo>
                  <a:pt x="182855" y="66241"/>
                  <a:pt x="185684" y="66092"/>
                  <a:pt x="188566" y="66002"/>
                </a:cubicBezTo>
                <a:cubicBezTo>
                  <a:pt x="267458" y="63522"/>
                  <a:pt x="319215" y="133789"/>
                  <a:pt x="319215" y="133789"/>
                </a:cubicBezTo>
                <a:cubicBezTo>
                  <a:pt x="319215" y="133789"/>
                  <a:pt x="263315" y="211432"/>
                  <a:pt x="203378" y="211432"/>
                </a:cubicBezTo>
                <a:cubicBezTo>
                  <a:pt x="194745" y="211432"/>
                  <a:pt x="187020" y="210040"/>
                  <a:pt x="180055" y="207703"/>
                </a:cubicBezTo>
                <a:lnTo>
                  <a:pt x="180055" y="120235"/>
                </a:lnTo>
                <a:cubicBezTo>
                  <a:pt x="210768" y="123945"/>
                  <a:pt x="216942" y="137511"/>
                  <a:pt x="235412" y="168288"/>
                </a:cubicBezTo>
                <a:lnTo>
                  <a:pt x="276478" y="133663"/>
                </a:lnTo>
                <a:cubicBezTo>
                  <a:pt x="276478" y="133663"/>
                  <a:pt x="246502" y="94346"/>
                  <a:pt x="195969" y="94346"/>
                </a:cubicBezTo>
                <a:cubicBezTo>
                  <a:pt x="190469" y="94346"/>
                  <a:pt x="185215" y="94736"/>
                  <a:pt x="180055" y="95285"/>
                </a:cubicBezTo>
                <a:moveTo>
                  <a:pt x="180055" y="0"/>
                </a:moveTo>
                <a:lnTo>
                  <a:pt x="180055" y="43086"/>
                </a:lnTo>
                <a:cubicBezTo>
                  <a:pt x="182886" y="42862"/>
                  <a:pt x="185722" y="42682"/>
                  <a:pt x="188566" y="42579"/>
                </a:cubicBezTo>
                <a:cubicBezTo>
                  <a:pt x="298278" y="38883"/>
                  <a:pt x="369752" y="132555"/>
                  <a:pt x="369752" y="132555"/>
                </a:cubicBezTo>
                <a:cubicBezTo>
                  <a:pt x="369752" y="132555"/>
                  <a:pt x="287653" y="232386"/>
                  <a:pt x="202126" y="232386"/>
                </a:cubicBezTo>
                <a:cubicBezTo>
                  <a:pt x="194289" y="232386"/>
                  <a:pt x="186950" y="231662"/>
                  <a:pt x="180055" y="230442"/>
                </a:cubicBezTo>
                <a:lnTo>
                  <a:pt x="180055" y="257075"/>
                </a:lnTo>
                <a:cubicBezTo>
                  <a:pt x="185953" y="257825"/>
                  <a:pt x="192059" y="258265"/>
                  <a:pt x="198434" y="258265"/>
                </a:cubicBezTo>
                <a:cubicBezTo>
                  <a:pt x="278030" y="258265"/>
                  <a:pt x="335587" y="217621"/>
                  <a:pt x="391326" y="169512"/>
                </a:cubicBezTo>
                <a:cubicBezTo>
                  <a:pt x="400561" y="176911"/>
                  <a:pt x="438397" y="194911"/>
                  <a:pt x="446177" y="202800"/>
                </a:cubicBezTo>
                <a:cubicBezTo>
                  <a:pt x="393178" y="247164"/>
                  <a:pt x="269675" y="282921"/>
                  <a:pt x="199658" y="282921"/>
                </a:cubicBezTo>
                <a:cubicBezTo>
                  <a:pt x="192911" y="282921"/>
                  <a:pt x="186422" y="282513"/>
                  <a:pt x="180055" y="281903"/>
                </a:cubicBezTo>
                <a:lnTo>
                  <a:pt x="180055" y="319332"/>
                </a:lnTo>
                <a:lnTo>
                  <a:pt x="482575" y="319332"/>
                </a:lnTo>
                <a:lnTo>
                  <a:pt x="482575" y="0"/>
                </a:lnTo>
                <a:lnTo>
                  <a:pt x="180055" y="0"/>
                </a:lnTo>
                <a:close/>
                <a:moveTo>
                  <a:pt x="180055" y="207703"/>
                </a:moveTo>
                <a:lnTo>
                  <a:pt x="180055" y="230442"/>
                </a:lnTo>
                <a:cubicBezTo>
                  <a:pt x="106440" y="217317"/>
                  <a:pt x="86007" y="140794"/>
                  <a:pt x="86007" y="140794"/>
                </a:cubicBezTo>
                <a:cubicBezTo>
                  <a:pt x="86007" y="140794"/>
                  <a:pt x="121351" y="101631"/>
                  <a:pt x="180055" y="95285"/>
                </a:cubicBezTo>
                <a:lnTo>
                  <a:pt x="180055" y="120235"/>
                </a:lnTo>
                <a:cubicBezTo>
                  <a:pt x="180010" y="120235"/>
                  <a:pt x="179980" y="120222"/>
                  <a:pt x="179940" y="120222"/>
                </a:cubicBezTo>
                <a:cubicBezTo>
                  <a:pt x="149136" y="116523"/>
                  <a:pt x="125067" y="145306"/>
                  <a:pt x="125067" y="145306"/>
                </a:cubicBezTo>
                <a:cubicBezTo>
                  <a:pt x="125067" y="145306"/>
                  <a:pt x="138551" y="193758"/>
                  <a:pt x="180055" y="207703"/>
                </a:cubicBezTo>
                <a:moveTo>
                  <a:pt x="49305" y="137478"/>
                </a:moveTo>
                <a:cubicBezTo>
                  <a:pt x="49305" y="137478"/>
                  <a:pt x="92936" y="73097"/>
                  <a:pt x="180055" y="66441"/>
                </a:cubicBezTo>
                <a:lnTo>
                  <a:pt x="180055" y="43086"/>
                </a:lnTo>
                <a:cubicBezTo>
                  <a:pt x="83562" y="50831"/>
                  <a:pt x="0" y="132555"/>
                  <a:pt x="0" y="132555"/>
                </a:cubicBezTo>
                <a:cubicBezTo>
                  <a:pt x="0" y="132555"/>
                  <a:pt x="47325" y="269377"/>
                  <a:pt x="180055" y="281903"/>
                </a:cubicBezTo>
                <a:lnTo>
                  <a:pt x="180055" y="257075"/>
                </a:lnTo>
                <a:cubicBezTo>
                  <a:pt x="82654" y="244821"/>
                  <a:pt x="49305" y="137478"/>
                  <a:pt x="49305" y="137478"/>
                </a:cubicBezTo>
                <a:close/>
              </a:path>
            </a:pathLst>
          </a:custGeom>
          <a:solidFill>
            <a:schemeClr val="accent1"/>
          </a:solidFill>
          <a:ln w="692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ooter (Source) Placeholder">
            <a:extLst>
              <a:ext uri="{FF2B5EF4-FFF2-40B4-BE49-F238E27FC236}">
                <a16:creationId xmlns:a16="http://schemas.microsoft.com/office/drawing/2014/main" id="{4FAE9B2E-10E6-DEBE-165A-2C6E8B9CD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3800" y="19431000"/>
            <a:ext cx="21488400" cy="369332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ctr">
              <a:lnSpc>
                <a:spcPct val="90000"/>
              </a:lnSpc>
              <a:defRPr sz="2000" kern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r>
              <a:rPr lang="en-US"/>
              <a:t>Source information in NVIDIA Sans, medium gray; 20 pt</a:t>
            </a:r>
            <a:endParaRPr lang="en-US" dirty="0"/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FCDFCB45-17BD-2C7E-0517-95E82587D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19431000"/>
            <a:ext cx="640080" cy="36933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>
              <a:lnSpc>
                <a:spcPct val="90000"/>
              </a:lnSpc>
              <a:defRPr sz="2000" kern="10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90000"/>
              </a:lnSpc>
            </a:pPr>
            <a:fld id="{5D6728F8-03AC-4059-94FB-90617981AE5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 Placeholder">
            <a:extLst>
              <a:ext uri="{FF2B5EF4-FFF2-40B4-BE49-F238E27FC236}">
                <a16:creationId xmlns:a16="http://schemas.microsoft.com/office/drawing/2014/main" id="{C331F8D2-7838-5A11-2D90-06BE8391C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5943600"/>
            <a:ext cx="32918400" cy="128016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paragraph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1F6E4B95-41AA-56A9-319C-9DB7C4A76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914400"/>
            <a:ext cx="32918400" cy="2468880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/>
          <a:p>
            <a:pPr indent="0">
              <a:lnSpc>
                <a:spcPct val="90000"/>
              </a:lnSpc>
            </a:pPr>
            <a:r>
              <a:rPr lang="en-US" sz="8800" dirty="0"/>
              <a:t>Click to Edit Title Here</a:t>
            </a:r>
            <a:br>
              <a:rPr lang="en-US" sz="8800" dirty="0"/>
            </a:br>
            <a:r>
              <a:rPr lang="en-US" sz="8800" dirty="0"/>
              <a:t>2-lines Maximum Length</a:t>
            </a:r>
          </a:p>
        </p:txBody>
      </p:sp>
      <p:sp>
        <p:nvSpPr>
          <p:cNvPr id="5" name="Date (Confidential) Placeholder">
            <a:extLst>
              <a:ext uri="{FF2B5EF4-FFF2-40B4-BE49-F238E27FC236}">
                <a16:creationId xmlns:a16="http://schemas.microsoft.com/office/drawing/2014/main" id="{EE584683-E47B-15C6-C9DA-D716A0132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828800" y="19431000"/>
            <a:ext cx="5669280" cy="369332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l">
              <a:lnSpc>
                <a:spcPct val="90000"/>
              </a:lnSpc>
              <a:defRPr sz="2000" kern="1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>
                <a:cs typeface="NVIDIA Sans" panose="020B05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411670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680" r:id="rId7"/>
    <p:sldLayoutId id="2147483707" r:id="rId8"/>
    <p:sldLayoutId id="2147483662" r:id="rId9"/>
    <p:sldLayoutId id="2147483667" r:id="rId10"/>
    <p:sldLayoutId id="2147483674" r:id="rId11"/>
    <p:sldLayoutId id="2147483668" r:id="rId12"/>
    <p:sldLayoutId id="2147483673" r:id="rId13"/>
    <p:sldLayoutId id="2147483672" r:id="rId14"/>
    <p:sldLayoutId id="2147483694" r:id="rId15"/>
    <p:sldLayoutId id="2147483702" r:id="rId16"/>
    <p:sldLayoutId id="2147483682" r:id="rId17"/>
    <p:sldLayoutId id="2147483683" r:id="rId18"/>
    <p:sldLayoutId id="2147483684" r:id="rId19"/>
    <p:sldLayoutId id="2147483708" r:id="rId20"/>
    <p:sldLayoutId id="2147483709" r:id="rId21"/>
    <p:sldLayoutId id="2147483685" r:id="rId22"/>
    <p:sldLayoutId id="2147483688" r:id="rId23"/>
    <p:sldLayoutId id="2147483690" r:id="rId24"/>
    <p:sldLayoutId id="2147483689" r:id="rId25"/>
    <p:sldLayoutId id="2147483691" r:id="rId26"/>
    <p:sldLayoutId id="2147483692" r:id="rId27"/>
    <p:sldLayoutId id="2147483693" r:id="rId28"/>
    <p:sldLayoutId id="2147483703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1" r:id="rId36"/>
    <p:sldLayoutId id="2147483705" r:id="rId37"/>
    <p:sldLayoutId id="2147483716" r:id="rId38"/>
    <p:sldLayoutId id="2147483704" r:id="rId39"/>
    <p:sldLayoutId id="2147483675" r:id="rId40"/>
    <p:sldLayoutId id="2147483676" r:id="rId41"/>
    <p:sldLayoutId id="2147483677" r:id="rId42"/>
    <p:sldLayoutId id="2147483681" r:id="rId43"/>
    <p:sldLayoutId id="2147483669" r:id="rId44"/>
  </p:sldLayoutIdLst>
  <p:hf hdr="0" dt="0"/>
  <p:txStyles>
    <p:titleStyle>
      <a:lvl1pPr indent="0" algn="l" defTabSz="2743200" rtl="0" eaLnBrk="1" latinLnBrk="0" hangingPunct="1">
        <a:lnSpc>
          <a:spcPct val="90000"/>
        </a:lnSpc>
        <a:spcBef>
          <a:spcPct val="0"/>
        </a:spcBef>
        <a:buNone/>
        <a:defRPr sz="8800" kern="100" baseline="0">
          <a:solidFill>
            <a:schemeClr val="tx1"/>
          </a:solidFill>
          <a:latin typeface="+mj-lt"/>
          <a:ea typeface="+mj-ea"/>
          <a:cs typeface="NVIDIA Sans Medium" panose="020B0603020203020204" pitchFamily="34" charset="0"/>
        </a:defRPr>
      </a:lvl1pPr>
    </p:titleStyle>
    <p:bodyStyle>
      <a:lvl1pPr marL="0" indent="0" algn="l" defTabSz="2743200" rtl="0" eaLnBrk="1" latinLnBrk="0" hangingPunct="1">
        <a:lnSpc>
          <a:spcPct val="90000"/>
        </a:lnSpc>
        <a:spcBef>
          <a:spcPts val="1600"/>
        </a:spcBef>
        <a:spcAft>
          <a:spcPts val="1600"/>
        </a:spcAft>
        <a:buClr>
          <a:schemeClr val="accent1"/>
        </a:buClr>
        <a:buFont typeface="NVIDIA Sans" panose="020B0503020203020204" pitchFamily="34" charset="0"/>
        <a:buChar char="​"/>
        <a:defRPr sz="40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1pPr>
      <a:lvl2pPr marL="457200" indent="-457200" algn="l" defTabSz="2743200" rtl="0" eaLnBrk="1" latinLnBrk="0" hangingPunct="1">
        <a:lnSpc>
          <a:spcPct val="90000"/>
        </a:lnSpc>
        <a:spcBef>
          <a:spcPts val="1600"/>
        </a:spcBef>
        <a:spcAft>
          <a:spcPts val="1600"/>
        </a:spcAft>
        <a:buClr>
          <a:schemeClr val="accent1"/>
        </a:buClr>
        <a:buFont typeface="NVIDIA Sans" panose="020B0503020203020204" pitchFamily="34" charset="0"/>
        <a:buChar char="•"/>
        <a:defRPr sz="34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2pPr>
      <a:lvl3pPr marL="914400" indent="-457200" algn="l" defTabSz="2743200" rtl="0" eaLnBrk="1" latinLnBrk="0" hangingPunct="1">
        <a:lnSpc>
          <a:spcPct val="90000"/>
        </a:lnSpc>
        <a:spcBef>
          <a:spcPts val="800"/>
        </a:spcBef>
        <a:spcAft>
          <a:spcPts val="800"/>
        </a:spcAft>
        <a:buClr>
          <a:schemeClr val="accent1"/>
        </a:buClr>
        <a:buFont typeface="NVIDIA Sans" panose="020B0503020203020204" pitchFamily="34" charset="0"/>
        <a:buChar char="•"/>
        <a:defRPr sz="28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3pPr>
      <a:lvl4pPr marL="1371600" indent="-457200" algn="l" defTabSz="2743200" rtl="0" eaLnBrk="1" latinLnBrk="0" hangingPunct="1">
        <a:lnSpc>
          <a:spcPct val="90000"/>
        </a:lnSpc>
        <a:spcBef>
          <a:spcPts val="800"/>
        </a:spcBef>
        <a:spcAft>
          <a:spcPts val="800"/>
        </a:spcAft>
        <a:buClr>
          <a:schemeClr val="accent1"/>
        </a:buClr>
        <a:buFont typeface="NVIDIA Sans" panose="020B0503020203020204" pitchFamily="34" charset="0"/>
        <a:buChar char="•"/>
        <a:defRPr sz="24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4pPr>
      <a:lvl5pPr marL="1828800" indent="-457200" algn="l" defTabSz="2743200" rtl="0" eaLnBrk="1" latinLnBrk="0" hangingPunct="1">
        <a:lnSpc>
          <a:spcPct val="90000"/>
        </a:lnSpc>
        <a:spcBef>
          <a:spcPts val="800"/>
        </a:spcBef>
        <a:spcAft>
          <a:spcPts val="800"/>
        </a:spcAft>
        <a:buClr>
          <a:schemeClr val="accent1"/>
        </a:buClr>
        <a:buFont typeface="NVIDIA Sans" panose="020B0503020203020204" pitchFamily="34" charset="0"/>
        <a:buChar char="•"/>
        <a:defRPr sz="2400" kern="100" baseline="0">
          <a:solidFill>
            <a:schemeClr val="tx1"/>
          </a:solidFill>
          <a:latin typeface="+mn-lt"/>
          <a:ea typeface="+mn-ea"/>
          <a:cs typeface="NVIDIA Sans" panose="020B0503020203020204" pitchFamily="34" charset="0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65151"/>
          </p15:clr>
        </p15:guide>
        <p15:guide id="2" pos="23040" userDrawn="1">
          <p15:clr>
            <a:srgbClr val="F65151"/>
          </p15:clr>
        </p15:guide>
        <p15:guide id="3" pos="1152" userDrawn="1">
          <p15:clr>
            <a:srgbClr val="F65151"/>
          </p15:clr>
        </p15:guide>
        <p15:guide id="4" pos="21888" userDrawn="1">
          <p15:clr>
            <a:srgbClr val="F65151"/>
          </p15:clr>
        </p15:guide>
        <p15:guide id="5" orient="horz" userDrawn="1">
          <p15:clr>
            <a:srgbClr val="F65151"/>
          </p15:clr>
        </p15:guide>
        <p15:guide id="6" orient="horz" pos="12960" userDrawn="1">
          <p15:clr>
            <a:srgbClr val="F65151"/>
          </p15:clr>
        </p15:guide>
        <p15:guide id="7" orient="horz" pos="1152" userDrawn="1">
          <p15:clr>
            <a:srgbClr val="F65151"/>
          </p15:clr>
        </p15:guide>
        <p15:guide id="8" orient="horz" pos="11808" userDrawn="1">
          <p15:clr>
            <a:srgbClr val="F65151"/>
          </p15:clr>
        </p15:guide>
      </p15:sldGuideLst>
    </p:ext>
  </p:extLst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chart" Target="../charts/chart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">
            <a:extLst>
              <a:ext uri="{FF2B5EF4-FFF2-40B4-BE49-F238E27FC236}">
                <a16:creationId xmlns:a16="http://schemas.microsoft.com/office/drawing/2014/main" id="{3EBC3328-BBCC-64C4-AB79-658E5CBD83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28800" y="16919165"/>
            <a:ext cx="16459200" cy="1828800"/>
          </a:xfrm>
        </p:spPr>
        <p:txBody>
          <a:bodyPr/>
          <a:lstStyle/>
          <a:p>
            <a:pPr/>
            <a:r>
              <a:t>Project Introduction | GitHub: songshen06/usd-simready-inspector</a:t>
            </a:r>
          </a:p>
        </p:txBody>
      </p:sp>
      <p:sp>
        <p:nvSpPr>
          <p:cNvPr id="8" name="Name">
            <a:extLst>
              <a:ext uri="{FF2B5EF4-FFF2-40B4-BE49-F238E27FC236}">
                <a16:creationId xmlns:a16="http://schemas.microsoft.com/office/drawing/2014/main" id="{6AA140B3-2D05-68F4-7FA6-7BF687D3C1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28800" y="16002000"/>
            <a:ext cx="16459200" cy="729430"/>
          </a:xfrm>
        </p:spPr>
        <p:txBody>
          <a:bodyPr/>
          <a:lstStyle/>
          <a:p>
            <a:pPr/>
            <a:r>
              <a:t>Maintainer | github.com/songshen06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DF494DA8-FC38-931D-77D1-A25FF52174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37360" y="6858000"/>
            <a:ext cx="16459200" cy="8402300"/>
          </a:xfrm>
        </p:spPr>
        <p:txBody>
          <a:bodyPr/>
          <a:lstStyle/>
          <a:p>
            <a:pPr/>
            <a:r>
              <a:t>USD SimReady Inspector</a:t>
            </a:r>
          </a:p>
        </p:txBody>
      </p:sp>
    </p:spTree>
    <p:extLst>
      <p:ext uri="{BB962C8B-B14F-4D97-AF65-F5344CB8AC3E}">
        <p14:creationId xmlns:p14="http://schemas.microsoft.com/office/powerpoint/2010/main" val="875574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">
            <a:extLst>
              <a:ext uri="{FF2B5EF4-FFF2-40B4-BE49-F238E27FC236}">
                <a16:creationId xmlns:a16="http://schemas.microsoft.com/office/drawing/2014/main" id="{9AD28189-F50F-F3DE-2979-A95F9F617B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/>
            <a:r>
              <a:t>Project scope and two main pipelines</a:t>
            </a:r>
          </a:p>
          <a:p>
            <a:pPr/>
            <a:r>
              <a:t>Architecture flow slides (separate flow deck)</a:t>
            </a:r>
          </a:p>
          <a:p>
            <a:pPr/>
            <a:r>
              <a:t>Repository development activity (cumulative commits)</a:t>
            </a:r>
          </a:p>
          <a:p>
            <a:pPr/>
            <a:r>
              <a:t>Closing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3881835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C1BE58D-265B-E743-099B-A9A97593DA3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t>Development Activity</a:t>
            </a:r>
          </a:p>
        </p:txBody>
      </p:sp>
    </p:spTree>
    <p:extLst>
      <p:ext uri="{BB962C8B-B14F-4D97-AF65-F5344CB8AC3E}">
        <p14:creationId xmlns:p14="http://schemas.microsoft.com/office/powerpoint/2010/main" val="1882725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>
            <a:extLst>
              <a:ext uri="{FF2B5EF4-FFF2-40B4-BE49-F238E27FC236}">
                <a16:creationId xmlns:a16="http://schemas.microsoft.com/office/drawing/2014/main" id="{17E32951-1D95-C33C-2C13-00108F6733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800" y="5943600"/>
            <a:ext cx="32918399" cy="12801600"/>
          </a:xfrm>
        </p:spPr>
        <p:txBody>
          <a:bodyPr/>
          <a:lstStyle/>
          <a:p>
            <a:pPr/>
            <a:r>
              <a:t>General USD inspection plus knowledge_candidate generation for review and grouping</a:t>
            </a:r>
          </a:p>
          <a:p>
            <a:pPr/>
            <a:r>
              <a:t>Static furniture SimReady recommendation, collider authoring, and optional runtime smoke tests</a:t>
            </a:r>
          </a:p>
          <a:p>
            <a:pPr/>
            <a:r>
              <a:t>Unified usd_simready_cli.py process path for scale, orientation, collisions, and reports</a:t>
            </a:r>
          </a:p>
          <a:p>
            <a:pPr/>
            <a:r>
              <a:t>Semantic metadata extraction (qcodes, classes, hierarchies, label_tags) for richer furniture signals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D56D337-B2BC-92D9-348F-C041B90797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28800" y="3383280"/>
            <a:ext cx="32918400" cy="914400"/>
          </a:xfrm>
        </p:spPr>
        <p:txBody>
          <a:bodyPr/>
          <a:lstStyle/>
          <a:p>
            <a:pPr/>
            <a:r>
              <a:t>CLI tools for USD inspection and SimReady recommendations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916922AF-5327-EB0B-A141-110B1487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914400"/>
            <a:ext cx="32918400" cy="2468880"/>
          </a:xfrm>
        </p:spPr>
        <p:txBody>
          <a:bodyPr/>
          <a:lstStyle/>
          <a:p>
            <a:pPr/>
            <a:r>
              <a:t>What This Repository Delivers</a:t>
            </a:r>
          </a:p>
        </p:txBody>
      </p:sp>
    </p:spTree>
    <p:extLst>
      <p:ext uri="{BB962C8B-B14F-4D97-AF65-F5344CB8AC3E}">
        <p14:creationId xmlns:p14="http://schemas.microsoft.com/office/powerpoint/2010/main" val="2015387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EE44E42-49AF-A9D6-B79C-0D790ADF48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202400" y="5943600"/>
            <a:ext cx="15544800" cy="12801600"/>
          </a:xfrm>
        </p:spPr>
        <p:txBody>
          <a:bodyPr/>
          <a:lstStyle/>
          <a:p>
            <a:pPr/>
            <a:r>
              <a:t>Static furniture SimReady</a:t>
            </a:r>
          </a:p>
          <a:p>
            <a:pPr/>
            <a:r>
              <a:t>Reference JSON from extract_static_furniture_reference.py</a:t>
            </a:r>
          </a:p>
          <a:p>
            <a:pPr/>
            <a:r>
              <a:t>recommend_static_furniture_simready.py on new USD</a:t>
            </a:r>
          </a:p>
          <a:p>
            <a:pPr/>
            <a:r>
              <a:t>apply_static_furniture_simready.py writes authored USD or USDA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BF356FA-83C8-89F7-3A5C-5319EE000E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28800" y="5943600"/>
            <a:ext cx="15544800" cy="12801600"/>
          </a:xfrm>
        </p:spPr>
        <p:txBody>
          <a:bodyPr/>
          <a:lstStyle/>
          <a:p>
            <a:pPr/>
            <a:r>
              <a:t>General inspection</a:t>
            </a:r>
          </a:p>
          <a:p>
            <a:pPr/>
            <a:r>
              <a:t>usd_inspector.py produces detailed report JSON</a:t>
            </a:r>
          </a:p>
          <a:p>
            <a:pPr/>
            <a:r>
              <a:t>knowledge_candidate.py builds knowledge_candidate.json</a:t>
            </a:r>
          </a:p>
          <a:p>
            <a:pPr/>
            <a:r>
              <a:t>CSV exports and taxonomy seeding for human review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C41ED762-3C08-9437-B3E8-4EBBEAF40C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28800" y="3383280"/>
            <a:ext cx="32918400" cy="914400"/>
          </a:xfrm>
        </p:spPr>
        <p:txBody>
          <a:bodyPr tIns="91440">
            <a:noAutofit/>
          </a:bodyPr>
          <a:lstStyle/>
          <a:p>
            <a:pPr/>
            <a:r>
              <a:t>Same codebase, different entry points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D16F05AD-3433-21B9-D86F-E5B3E07B4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914400"/>
            <a:ext cx="32918400" cy="2468880"/>
          </a:xfrm>
        </p:spPr>
        <p:txBody>
          <a:bodyPr/>
          <a:lstStyle/>
          <a:p>
            <a:pPr/>
            <a:r>
              <a:t>Two Pipelines at a Glance</a:t>
            </a:r>
          </a:p>
        </p:txBody>
      </p:sp>
    </p:spTree>
    <p:extLst>
      <p:ext uri="{BB962C8B-B14F-4D97-AF65-F5344CB8AC3E}">
        <p14:creationId xmlns:p14="http://schemas.microsoft.com/office/powerpoint/2010/main" val="1425750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07FB9-DF12-A63F-D1B0-1F5AAAA83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(Source) Placeholder">
            <a:extLst>
              <a:ext uri="{FF2B5EF4-FFF2-40B4-BE49-F238E27FC236}">
                <a16:creationId xmlns:a16="http://schemas.microsoft.com/office/drawing/2014/main" id="{15703FA8-88B7-1698-02E9-452CADFAEB6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/>
            <a:r>
              <a:t>Source: git log on local clone of github.com/songshen06/usd-simready-inspector</a:t>
            </a:r>
            <a:endParaRPr lang="en-US" dirty="0"/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725756CA-27DB-8914-2150-58920534E4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t>Cumulative Commits</a:t>
            </a:r>
            <a:endParaRPr lang="en-US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405BDB03-D3B3-1E07-3D0C-A125E3B370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/>
            <a:r>
              <a:t>Cumulative commit count by author date</a:t>
            </a:r>
            <a:endParaRPr lang="en-US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C9131D65-C9BB-8488-6531-053AD0E1E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Commit Velocity</a:t>
            </a:r>
            <a:endParaRPr lang="en-US" dirty="0"/>
          </a:p>
        </p:txBody>
      </p:sp>
      <p:graphicFrame>
        <p:nvGraphicFramePr>
          <p:cNvPr id="5" name="Chart Placeholder">
            <a:extLst>
              <a:ext uri="{FF2B5EF4-FFF2-40B4-BE49-F238E27FC236}">
                <a16:creationId xmlns:a16="http://schemas.microsoft.com/office/drawing/2014/main" id="{0F4A2C7A-2CD9-5DA8-B81A-1F29B7ACD33D}"/>
              </a:ext>
            </a:extLst>
          </p:cNvPr>
          <p:cNvGraphicFramePr>
            <a:graphicFrameLocks noGrp="1"/>
          </p:cNvGraphicFramePr>
          <p:nvPr>
            <p:ph type="chart" sz="quarter" idx="17"/>
            <p:extLst>
              <p:ext uri="{D42A27DB-BD31-4B8C-83A1-F6EECF244321}">
                <p14:modId xmlns:p14="http://schemas.microsoft.com/office/powerpoint/2010/main" val="3336570725"/>
              </p:ext>
            </p:extLst>
          </p:nvPr>
        </p:nvGraphicFramePr>
        <p:xfrm>
          <a:off x="5121275" y="6811963"/>
          <a:ext cx="26333450" cy="9693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141650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8104765"/>
      </p:ext>
    </p:extLst>
  </p:cSld>
  <p:clrMapOvr>
    <a:masterClrMapping/>
  </p:clrMapOvr>
</p:sld>
</file>

<file path=ppt/theme/theme1.xml><?xml version="1.0" encoding="utf-8"?>
<a:theme xmlns:a="http://schemas.openxmlformats.org/drawingml/2006/main" name="NVIDIA26_Corp Template_LIGHT">
  <a:themeElements>
    <a:clrScheme name="NVIDIA26_Corp">
      <a:dk1>
        <a:srgbClr val="000000"/>
      </a:dk1>
      <a:lt1>
        <a:srgbClr val="FFFFFF"/>
      </a:lt1>
      <a:dk2>
        <a:srgbClr val="313131"/>
      </a:dk2>
      <a:lt2>
        <a:srgbClr val="F7F7F7"/>
      </a:lt2>
      <a:accent1>
        <a:srgbClr val="76B900"/>
      </a:accent1>
      <a:accent2>
        <a:srgbClr val="1DBBA4"/>
      </a:accent2>
      <a:accent3>
        <a:srgbClr val="0074DF"/>
      </a:accent3>
      <a:accent4>
        <a:srgbClr val="952FC6"/>
      </a:accent4>
      <a:accent5>
        <a:srgbClr val="EF9100"/>
      </a:accent5>
      <a:accent6>
        <a:srgbClr val="A7A7A7"/>
      </a:accent6>
      <a:hlink>
        <a:srgbClr val="A7A7A7"/>
      </a:hlink>
      <a:folHlink>
        <a:srgbClr val="A7A7A7"/>
      </a:folHlink>
    </a:clrScheme>
    <a:fontScheme name="NVIDIA Template 26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0" rIns="0"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w="lg" len="lg"/>
          <a:tailEnd type="triangle" w="lg" len="lg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0000"/>
          </a:lnSpc>
          <a:spcBef>
            <a:spcPts val="800"/>
          </a:spcBef>
          <a:spcAft>
            <a:spcPts val="800"/>
          </a:spcAft>
          <a:defRPr sz="4000" kern="1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29452576-244D-4E73-8568-2D373268E525}" vid="{7818FF2B-EC31-40B8-A1E1-DCE67EB4C275}"/>
    </a:ext>
  </a:extLst>
</a:theme>
</file>

<file path=ppt/theme/theme2.xml><?xml version="1.0" encoding="utf-8"?>
<a:theme xmlns:a="http://schemas.openxmlformats.org/drawingml/2006/main" name="Office Theme">
  <a:themeElements>
    <a:clrScheme name="NVIDIA 26">
      <a:dk1>
        <a:srgbClr val="000000"/>
      </a:dk1>
      <a:lt1>
        <a:srgbClr val="FFFFFF"/>
      </a:lt1>
      <a:dk2>
        <a:srgbClr val="313131"/>
      </a:dk2>
      <a:lt2>
        <a:srgbClr val="F7F7F7"/>
      </a:lt2>
      <a:accent1>
        <a:srgbClr val="76B900"/>
      </a:accent1>
      <a:accent2>
        <a:srgbClr val="1DBBA4"/>
      </a:accent2>
      <a:accent3>
        <a:srgbClr val="0074DF"/>
      </a:accent3>
      <a:accent4>
        <a:srgbClr val="952FC6"/>
      </a:accent4>
      <a:accent5>
        <a:srgbClr val="EF9100"/>
      </a:accent5>
      <a:accent6>
        <a:srgbClr val="A7A7A7"/>
      </a:accent6>
      <a:hlink>
        <a:srgbClr val="000000"/>
      </a:hlink>
      <a:folHlink>
        <a:srgbClr val="000000"/>
      </a:folHlink>
    </a:clrScheme>
    <a:fontScheme name="NVIDIA Template 26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NVIDIA 26">
      <a:dk1>
        <a:srgbClr val="000000"/>
      </a:dk1>
      <a:lt1>
        <a:srgbClr val="FFFFFF"/>
      </a:lt1>
      <a:dk2>
        <a:srgbClr val="313131"/>
      </a:dk2>
      <a:lt2>
        <a:srgbClr val="F7F7F7"/>
      </a:lt2>
      <a:accent1>
        <a:srgbClr val="76B900"/>
      </a:accent1>
      <a:accent2>
        <a:srgbClr val="1DBBA4"/>
      </a:accent2>
      <a:accent3>
        <a:srgbClr val="0074DF"/>
      </a:accent3>
      <a:accent4>
        <a:srgbClr val="952FC6"/>
      </a:accent4>
      <a:accent5>
        <a:srgbClr val="EF9100"/>
      </a:accent5>
      <a:accent6>
        <a:srgbClr val="A7A7A7"/>
      </a:accent6>
      <a:hlink>
        <a:srgbClr val="000000"/>
      </a:hlink>
      <a:folHlink>
        <a:srgbClr val="000000"/>
      </a:folHlink>
    </a:clrScheme>
    <a:fontScheme name="NVIDIA Template 26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16" ma:contentTypeDescription="Create a new document." ma:contentTypeScope="" ma:versionID="d0eb01b3a3b2e78648b34a47f5027867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xmlns:ns3="f65afe6d-7162-4df4-ae98-80745cab72d4" targetNamespace="http://schemas.microsoft.com/office/2006/metadata/properties" ma:root="true" ma:fieldsID="6c0263366e19895bf8b6afa923e0fde5" ns1:_="" ns2:_="" ns3:_="">
    <xsd:import namespace="http://schemas.microsoft.com/sharepoint/v3"/>
    <xsd:import namespace="2a5b1eea-32a8-4673-8d38-de3226caeee3"/>
    <xsd:import namespace="f65afe6d-7162-4df4-ae98-80745cab72d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04b2a00-2846-4002-b30b-85ebaf4c01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afe6d-7162-4df4-ae98-80745cab72d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e2c1-4547-4ca0-9568-b573cd0c84c4}" ma:internalName="TaxCatchAll" ma:showField="CatchAllData" ma:web="f65afe6d-7162-4df4-ae98-80745cab7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5afe6d-7162-4df4-ae98-80745cab72d4" xsi:nil="true"/>
    <PublishingExpirationDate xmlns="http://schemas.microsoft.com/sharepoint/v3" xsi:nil="true"/>
    <PublishingStartDate xmlns="http://schemas.microsoft.com/sharepoint/v3" xsi:nil="true"/>
    <lcf76f155ced4ddcb4097134ff3c332f xmlns="2a5b1eea-32a8-4673-8d38-de3226caeee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F03E675-8CC6-47A9-A7FD-32D4382F52CB}"/>
</file>

<file path=customXml/itemProps2.xml><?xml version="1.0" encoding="utf-8"?>
<ds:datastoreItem xmlns:ds="http://schemas.openxmlformats.org/officeDocument/2006/customXml" ds:itemID="{E71430C7-BF1E-4119-A441-7E92DF3ED702}"/>
</file>

<file path=customXml/itemProps3.xml><?xml version="1.0" encoding="utf-8"?>
<ds:datastoreItem xmlns:ds="http://schemas.openxmlformats.org/officeDocument/2006/customXml" ds:itemID="{6465CBE7-9B9C-48F7-82FE-1DCCBB1C022F}"/>
</file>

<file path=docMetadata/LabelInfo.xml><?xml version="1.0" encoding="utf-8"?>
<clbl:labelList xmlns:clbl="http://schemas.microsoft.com/office/2020/mipLabelMetadata">
  <clbl:label id="{43083d15-7273-40c1-b7db-39efd9ccc17a}" enabled="0" method="" siteId="{43083d15-7273-40c1-b7db-39efd9ccc1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1826</Words>
  <Application>Microsoft Office PowerPoint</Application>
  <PresentationFormat>Custom</PresentationFormat>
  <Paragraphs>429</Paragraphs>
  <Slides>58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Roboto Mono Medium</vt:lpstr>
      <vt:lpstr>Roboto Mono</vt:lpstr>
      <vt:lpstr>NVIDIA Sans Medium</vt:lpstr>
      <vt:lpstr>NVIDIA Sans</vt:lpstr>
      <vt:lpstr>NVIDIA26_Corp Template_LIGHT</vt:lpstr>
      <vt:lpstr>PowerPoint Presentation</vt:lpstr>
      <vt:lpstr>Helpful Resources</vt:lpstr>
      <vt:lpstr>PowerPoint Presentation</vt:lpstr>
      <vt:lpstr>PowerPoint Presentation</vt:lpstr>
      <vt:lpstr>PowerPoint Presentation</vt:lpstr>
      <vt:lpstr>PowerPoint Presentation</vt:lpstr>
      <vt:lpstr>Long or short—inspiring quote goes here up to multiple lines of text and should be followed with source credit.”</vt:lpstr>
      <vt:lpstr>Speaker Highlight</vt:lpstr>
      <vt:lpstr>Slide Layout  With No Subtitle</vt:lpstr>
      <vt:lpstr>Slide Title Goes Here</vt:lpstr>
      <vt:lpstr>Confidential Example With Page Number and Source</vt:lpstr>
      <vt:lpstr>Confidential Watermark</vt:lpstr>
      <vt:lpstr>Single-Column Layout</vt:lpstr>
      <vt:lpstr>Two-Column Layout</vt:lpstr>
      <vt:lpstr>NVIDIA Coding Slide</vt:lpstr>
      <vt:lpstr>Customer Success Story and Use Case Example</vt:lpstr>
      <vt:lpstr>Stack Diagram Example</vt:lpstr>
      <vt:lpstr>Column Chart Example</vt:lpstr>
      <vt:lpstr>Column Chart Example</vt:lpstr>
      <vt:lpstr>Column Chart Example</vt:lpstr>
      <vt:lpstr>Column Chart Example</vt:lpstr>
      <vt:lpstr>Combo Chart Example</vt:lpstr>
      <vt:lpstr>Line Chart Example</vt:lpstr>
      <vt:lpstr>Doughnut Chart Example</vt:lpstr>
      <vt:lpstr>Doughnut Chart Example</vt:lpstr>
      <vt:lpstr>Doughnut Chart Example</vt:lpstr>
      <vt:lpstr>Doughnut Chart Example</vt:lpstr>
      <vt:lpstr>Table Example</vt:lpstr>
      <vt:lpstr>Icon Layout</vt:lpstr>
      <vt:lpstr>Stats Example</vt:lpstr>
      <vt:lpstr>One-up Layout</vt:lpstr>
      <vt:lpstr>One-up Layout Alternative</vt:lpstr>
      <vt:lpstr>One-up Layout Alternative</vt:lpstr>
      <vt:lpstr>One-up Layout Heavy Content</vt:lpstr>
      <vt:lpstr>Two-up Layout</vt:lpstr>
      <vt:lpstr>Two-up Layout</vt:lpstr>
      <vt:lpstr>Three-up Layout</vt:lpstr>
      <vt:lpstr>Three-up Layout</vt:lpstr>
      <vt:lpstr>Four-up Layout</vt:lpstr>
      <vt:lpstr>Four-up Layout</vt:lpstr>
      <vt:lpstr>Four-up Layout Alternative</vt:lpstr>
      <vt:lpstr>Four-up Layout Alternative</vt:lpstr>
      <vt:lpstr>Five-up Layout</vt:lpstr>
      <vt:lpstr>Six-up Layout</vt:lpstr>
      <vt:lpstr>Seven-up Layout</vt:lpstr>
      <vt:lpstr>Eight-up Layout</vt:lpstr>
      <vt:lpstr>Nine-up Layout</vt:lpstr>
      <vt:lpstr>Ten-up Layout</vt:lpstr>
      <vt:lpstr>Montage / Image Showcase</vt:lpstr>
      <vt:lpstr>PowerPoint Presentation</vt:lpstr>
      <vt:lpstr>PowerPoint Presentation</vt:lpstr>
      <vt:lpstr>Demo Title Goes Here</vt:lpstr>
      <vt:lpstr>Progression</vt:lpstr>
      <vt:lpstr>Timeline</vt:lpstr>
      <vt:lpstr>Image Timeline</vt:lpstr>
      <vt:lpstr>World Map</vt:lpstr>
      <vt:lpstr>World Map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Ashley Piersons</dc:creator>
  <cp:keywords/>
  <dc:description/>
  <cp:lastModifiedBy>Ashley Piersons</cp:lastModifiedBy>
  <cp:revision>1</cp:revision>
  <dcterms:created xsi:type="dcterms:W3CDTF">2026-04-20T17:53:26Z</dcterms:created>
  <dcterms:modified xsi:type="dcterms:W3CDTF">2026-04-20T18:12:04Z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</Properties>
</file>